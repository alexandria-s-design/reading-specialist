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8" saveSubsetFonts="1">
  <p:sldMasterIdLst>
    <p:sldMasterId id="2147483660" r:id="rId1"/>
  </p:sldMasterIdLst>
  <p:sldIdLst>
    <p:sldId id="256" r:id="rId2"/>
    <p:sldId id="355" r:id="rId3"/>
    <p:sldId id="357" r:id="rId4"/>
    <p:sldId id="356" r:id="rId5"/>
    <p:sldId id="296" r:id="rId6"/>
    <p:sldId id="325" r:id="rId7"/>
    <p:sldId id="326" r:id="rId8"/>
    <p:sldId id="327" r:id="rId9"/>
    <p:sldId id="328" r:id="rId10"/>
    <p:sldId id="329" r:id="rId11"/>
    <p:sldId id="299" r:id="rId12"/>
    <p:sldId id="330" r:id="rId13"/>
    <p:sldId id="331" r:id="rId14"/>
    <p:sldId id="332" r:id="rId15"/>
    <p:sldId id="333" r:id="rId16"/>
    <p:sldId id="334" r:id="rId17"/>
    <p:sldId id="305" r:id="rId18"/>
    <p:sldId id="335" r:id="rId19"/>
    <p:sldId id="336" r:id="rId20"/>
    <p:sldId id="339" r:id="rId21"/>
    <p:sldId id="338" r:id="rId22"/>
    <p:sldId id="337" r:id="rId23"/>
    <p:sldId id="308" r:id="rId24"/>
    <p:sldId id="340" r:id="rId25"/>
    <p:sldId id="341" r:id="rId26"/>
    <p:sldId id="342" r:id="rId27"/>
    <p:sldId id="343" r:id="rId28"/>
    <p:sldId id="344" r:id="rId29"/>
    <p:sldId id="317" r:id="rId30"/>
    <p:sldId id="345" r:id="rId31"/>
    <p:sldId id="346" r:id="rId32"/>
    <p:sldId id="347" r:id="rId33"/>
    <p:sldId id="348" r:id="rId34"/>
    <p:sldId id="349" r:id="rId35"/>
    <p:sldId id="321" r:id="rId36"/>
    <p:sldId id="350" r:id="rId37"/>
    <p:sldId id="351" r:id="rId38"/>
    <p:sldId id="352" r:id="rId39"/>
    <p:sldId id="353" r:id="rId40"/>
    <p:sldId id="354" r:id="rId41"/>
    <p:sldId id="268" r:id="rId4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e G Martin" initials="MGM" lastIdx="1" clrIdx="0">
    <p:extLst>
      <p:ext uri="{19B8F6BF-5375-455C-9EA6-DF929625EA0E}">
        <p15:presenceInfo xmlns:p15="http://schemas.microsoft.com/office/powerpoint/2012/main" userId="13aeeccf2094d53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4" d="100"/>
          <a:sy n="54" d="100"/>
        </p:scale>
        <p:origin x="113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8-19T22:14:18.429" idx="1">
    <p:pos x="4896" y="1152"/>
    <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8-08-19T22:14:18.429" idx="1">
    <p:pos x="4896" y="1152"/>
    <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8-08-19T22:14:18.429" idx="1">
    <p:pos x="4896" y="1152"/>
    <p:text/>
    <p:extLst>
      <p:ext uri="{C676402C-5697-4E1C-873F-D02D1690AC5C}">
        <p15:threadingInfo xmlns:p15="http://schemas.microsoft.com/office/powerpoint/2012/main" timeZoneBias="4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2"/>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582" indent="0" algn="ctr">
              <a:buNone/>
              <a:defRPr sz="1700"/>
            </a:lvl2pPr>
            <a:lvl3pPr marL="777164" indent="0" algn="ctr">
              <a:buNone/>
              <a:defRPr sz="1530"/>
            </a:lvl3pPr>
            <a:lvl4pPr marL="1165746" indent="0" algn="ctr">
              <a:buNone/>
              <a:defRPr sz="1360"/>
            </a:lvl4pPr>
            <a:lvl5pPr marL="1554328" indent="0" algn="ctr">
              <a:buNone/>
              <a:defRPr sz="1360"/>
            </a:lvl5pPr>
            <a:lvl6pPr marL="1942909" indent="0" algn="ctr">
              <a:buNone/>
              <a:defRPr sz="1360"/>
            </a:lvl6pPr>
            <a:lvl7pPr marL="2331492" indent="0" algn="ctr">
              <a:buNone/>
              <a:defRPr sz="1360"/>
            </a:lvl7pPr>
            <a:lvl8pPr marL="2720074" indent="0" algn="ctr">
              <a:buNone/>
              <a:defRPr sz="1360"/>
            </a:lvl8pPr>
            <a:lvl9pPr marL="3108655"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F966E7-DA83-42D5-98F3-A8A30189EC2D}" type="datetimeFigureOut">
              <a:rPr lang="en-US" smtClean="0"/>
              <a:t>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755567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966E7-DA83-42D5-98F3-A8A30189EC2D}" type="datetimeFigureOut">
              <a:rPr lang="en-US" smtClean="0"/>
              <a:t>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471812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7"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7" y="6731215"/>
            <a:ext cx="6703695" cy="2200274"/>
          </a:xfrm>
        </p:spPr>
        <p:txBody>
          <a:bodyPr/>
          <a:lstStyle>
            <a:lvl1pPr marL="0" indent="0">
              <a:buNone/>
              <a:defRPr sz="2040">
                <a:solidFill>
                  <a:schemeClr val="tx1"/>
                </a:solidFill>
              </a:defRPr>
            </a:lvl1pPr>
            <a:lvl2pPr marL="388582" indent="0">
              <a:buNone/>
              <a:defRPr sz="1700">
                <a:solidFill>
                  <a:schemeClr val="tx1">
                    <a:tint val="75000"/>
                  </a:schemeClr>
                </a:solidFill>
              </a:defRPr>
            </a:lvl2pPr>
            <a:lvl3pPr marL="777164" indent="0">
              <a:buNone/>
              <a:defRPr sz="1530">
                <a:solidFill>
                  <a:schemeClr val="tx1">
                    <a:tint val="75000"/>
                  </a:schemeClr>
                </a:solidFill>
              </a:defRPr>
            </a:lvl3pPr>
            <a:lvl4pPr marL="1165746" indent="0">
              <a:buNone/>
              <a:defRPr sz="1360">
                <a:solidFill>
                  <a:schemeClr val="tx1">
                    <a:tint val="75000"/>
                  </a:schemeClr>
                </a:solidFill>
              </a:defRPr>
            </a:lvl4pPr>
            <a:lvl5pPr marL="1554328" indent="0">
              <a:buNone/>
              <a:defRPr sz="1360">
                <a:solidFill>
                  <a:schemeClr val="tx1">
                    <a:tint val="75000"/>
                  </a:schemeClr>
                </a:solidFill>
              </a:defRPr>
            </a:lvl5pPr>
            <a:lvl6pPr marL="1942909" indent="0">
              <a:buNone/>
              <a:defRPr sz="1360">
                <a:solidFill>
                  <a:schemeClr val="tx1">
                    <a:tint val="75000"/>
                  </a:schemeClr>
                </a:solidFill>
              </a:defRPr>
            </a:lvl6pPr>
            <a:lvl7pPr marL="2331492" indent="0">
              <a:buNone/>
              <a:defRPr sz="1360">
                <a:solidFill>
                  <a:schemeClr val="tx1">
                    <a:tint val="75000"/>
                  </a:schemeClr>
                </a:solidFill>
              </a:defRPr>
            </a:lvl7pPr>
            <a:lvl8pPr marL="2720074" indent="0">
              <a:buNone/>
              <a:defRPr sz="1360">
                <a:solidFill>
                  <a:schemeClr val="tx1">
                    <a:tint val="75000"/>
                  </a:schemeClr>
                </a:solidFill>
              </a:defRPr>
            </a:lvl8pPr>
            <a:lvl9pPr marL="3108655" indent="0">
              <a:buNone/>
              <a:defRPr sz="1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F966E7-DA83-42D5-98F3-A8A30189EC2D}" type="datetimeFigureOut">
              <a:rPr lang="en-US" smtClean="0"/>
              <a:t>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1586508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F966E7-DA83-42D5-98F3-A8A30189EC2D}" type="datetimeFigureOut">
              <a:rPr lang="en-US" smtClean="0"/>
              <a:t>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3601899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6" y="535521"/>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582" indent="0">
              <a:buNone/>
              <a:defRPr sz="1700" b="1"/>
            </a:lvl2pPr>
            <a:lvl3pPr marL="777164" indent="0">
              <a:buNone/>
              <a:defRPr sz="1530" b="1"/>
            </a:lvl3pPr>
            <a:lvl4pPr marL="1165746" indent="0">
              <a:buNone/>
              <a:defRPr sz="1360" b="1"/>
            </a:lvl4pPr>
            <a:lvl5pPr marL="1554328" indent="0">
              <a:buNone/>
              <a:defRPr sz="1360" b="1"/>
            </a:lvl5pPr>
            <a:lvl6pPr marL="1942909" indent="0">
              <a:buNone/>
              <a:defRPr sz="1360" b="1"/>
            </a:lvl6pPr>
            <a:lvl7pPr marL="2331492" indent="0">
              <a:buNone/>
              <a:defRPr sz="1360" b="1"/>
            </a:lvl7pPr>
            <a:lvl8pPr marL="2720074" indent="0">
              <a:buNone/>
              <a:defRPr sz="1360" b="1"/>
            </a:lvl8pPr>
            <a:lvl9pPr marL="3108655" indent="0">
              <a:buNone/>
              <a:defRPr sz="1360" b="1"/>
            </a:lvl9pPr>
          </a:lstStyle>
          <a:p>
            <a:pPr lvl="0"/>
            <a:r>
              <a:rPr lang="en-US"/>
              <a:t>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582" indent="0">
              <a:buNone/>
              <a:defRPr sz="1700" b="1"/>
            </a:lvl2pPr>
            <a:lvl3pPr marL="777164" indent="0">
              <a:buNone/>
              <a:defRPr sz="1530" b="1"/>
            </a:lvl3pPr>
            <a:lvl4pPr marL="1165746" indent="0">
              <a:buNone/>
              <a:defRPr sz="1360" b="1"/>
            </a:lvl4pPr>
            <a:lvl5pPr marL="1554328" indent="0">
              <a:buNone/>
              <a:defRPr sz="1360" b="1"/>
            </a:lvl5pPr>
            <a:lvl6pPr marL="1942909" indent="0">
              <a:buNone/>
              <a:defRPr sz="1360" b="1"/>
            </a:lvl6pPr>
            <a:lvl7pPr marL="2331492" indent="0">
              <a:buNone/>
              <a:defRPr sz="1360" b="1"/>
            </a:lvl7pPr>
            <a:lvl8pPr marL="2720074" indent="0">
              <a:buNone/>
              <a:defRPr sz="1360" b="1"/>
            </a:lvl8pPr>
            <a:lvl9pPr marL="3108655" indent="0">
              <a:buNone/>
              <a:defRPr sz="1360" b="1"/>
            </a:lvl9pPr>
          </a:lstStyle>
          <a:p>
            <a:pPr lvl="0"/>
            <a:r>
              <a:rPr lang="en-US"/>
              <a:t>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F966E7-DA83-42D5-98F3-A8A30189EC2D}" type="datetimeFigureOut">
              <a:rPr lang="en-US" smtClean="0"/>
              <a:t>11/3/2018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3155344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F966E7-DA83-42D5-98F3-A8A30189EC2D}" type="datetimeFigureOut">
              <a:rPr lang="en-US" smtClean="0"/>
              <a:t>11/3/2018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1781905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F966E7-DA83-42D5-98F3-A8A30189EC2D}" type="datetimeFigureOut">
              <a:rPr lang="en-US" smtClean="0"/>
              <a:t>11/3/2018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178601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7"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7"/>
            <a:ext cx="3934778" cy="7147982"/>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7" y="3017520"/>
            <a:ext cx="2506801" cy="5590329"/>
          </a:xfrm>
        </p:spPr>
        <p:txBody>
          <a:bodyPr/>
          <a:lstStyle>
            <a:lvl1pPr marL="0" indent="0">
              <a:buNone/>
              <a:defRPr sz="1360"/>
            </a:lvl1pPr>
            <a:lvl2pPr marL="388582" indent="0">
              <a:buNone/>
              <a:defRPr sz="1191"/>
            </a:lvl2pPr>
            <a:lvl3pPr marL="777164" indent="0">
              <a:buNone/>
              <a:defRPr sz="1020"/>
            </a:lvl3pPr>
            <a:lvl4pPr marL="1165746" indent="0">
              <a:buNone/>
              <a:defRPr sz="850"/>
            </a:lvl4pPr>
            <a:lvl5pPr marL="1554328" indent="0">
              <a:buNone/>
              <a:defRPr sz="850"/>
            </a:lvl5pPr>
            <a:lvl6pPr marL="1942909" indent="0">
              <a:buNone/>
              <a:defRPr sz="850"/>
            </a:lvl6pPr>
            <a:lvl7pPr marL="2331492" indent="0">
              <a:buNone/>
              <a:defRPr sz="850"/>
            </a:lvl7pPr>
            <a:lvl8pPr marL="2720074" indent="0">
              <a:buNone/>
              <a:defRPr sz="850"/>
            </a:lvl8pPr>
            <a:lvl9pPr marL="3108655"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91F966E7-DA83-42D5-98F3-A8A30189EC2D}" type="datetimeFigureOut">
              <a:rPr lang="en-US" smtClean="0"/>
              <a:t>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3928150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7"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7"/>
            <a:ext cx="3934778" cy="7147982"/>
          </a:xfrm>
        </p:spPr>
        <p:txBody>
          <a:bodyPr anchor="t"/>
          <a:lstStyle>
            <a:lvl1pPr marL="0" indent="0">
              <a:buNone/>
              <a:defRPr sz="2720"/>
            </a:lvl1pPr>
            <a:lvl2pPr marL="388582" indent="0">
              <a:buNone/>
              <a:defRPr sz="2380"/>
            </a:lvl2pPr>
            <a:lvl3pPr marL="777164" indent="0">
              <a:buNone/>
              <a:defRPr sz="2040"/>
            </a:lvl3pPr>
            <a:lvl4pPr marL="1165746" indent="0">
              <a:buNone/>
              <a:defRPr sz="1700"/>
            </a:lvl4pPr>
            <a:lvl5pPr marL="1554328" indent="0">
              <a:buNone/>
              <a:defRPr sz="1700"/>
            </a:lvl5pPr>
            <a:lvl6pPr marL="1942909" indent="0">
              <a:buNone/>
              <a:defRPr sz="1700"/>
            </a:lvl6pPr>
            <a:lvl7pPr marL="2331492" indent="0">
              <a:buNone/>
              <a:defRPr sz="1700"/>
            </a:lvl7pPr>
            <a:lvl8pPr marL="2720074" indent="0">
              <a:buNone/>
              <a:defRPr sz="1700"/>
            </a:lvl8pPr>
            <a:lvl9pPr marL="3108655"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7" y="3017520"/>
            <a:ext cx="2506801" cy="5590329"/>
          </a:xfrm>
        </p:spPr>
        <p:txBody>
          <a:bodyPr/>
          <a:lstStyle>
            <a:lvl1pPr marL="0" indent="0">
              <a:buNone/>
              <a:defRPr sz="1360"/>
            </a:lvl1pPr>
            <a:lvl2pPr marL="388582" indent="0">
              <a:buNone/>
              <a:defRPr sz="1191"/>
            </a:lvl2pPr>
            <a:lvl3pPr marL="777164" indent="0">
              <a:buNone/>
              <a:defRPr sz="1020"/>
            </a:lvl3pPr>
            <a:lvl4pPr marL="1165746" indent="0">
              <a:buNone/>
              <a:defRPr sz="850"/>
            </a:lvl4pPr>
            <a:lvl5pPr marL="1554328" indent="0">
              <a:buNone/>
              <a:defRPr sz="850"/>
            </a:lvl5pPr>
            <a:lvl6pPr marL="1942909" indent="0">
              <a:buNone/>
              <a:defRPr sz="850"/>
            </a:lvl6pPr>
            <a:lvl7pPr marL="2331492" indent="0">
              <a:buNone/>
              <a:defRPr sz="850"/>
            </a:lvl7pPr>
            <a:lvl8pPr marL="2720074" indent="0">
              <a:buNone/>
              <a:defRPr sz="850"/>
            </a:lvl8pPr>
            <a:lvl9pPr marL="3108655"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91F966E7-DA83-42D5-98F3-A8A30189EC2D}" type="datetimeFigureOut">
              <a:rPr lang="en-US" smtClean="0"/>
              <a:t>11/3/2018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22760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966E7-DA83-42D5-98F3-A8A30189EC2D}" type="datetimeFigureOut">
              <a:rPr lang="en-US" smtClean="0"/>
              <a:t>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1440135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5" y="535519"/>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4" y="535519"/>
            <a:ext cx="4930616" cy="852402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966E7-DA83-42D5-98F3-A8A30189EC2D}" type="datetimeFigureOut">
              <a:rPr lang="en-US" smtClean="0"/>
              <a:t>11/3/2018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9FBD7-C7E6-478B-958B-25B430C9DB65}" type="slidenum">
              <a:rPr lang="en-US" smtClean="0"/>
              <a:t>‹#›</a:t>
            </a:fld>
            <a:endParaRPr lang="en-US"/>
          </a:p>
        </p:txBody>
      </p:sp>
    </p:spTree>
    <p:extLst>
      <p:ext uri="{BB962C8B-B14F-4D97-AF65-F5344CB8AC3E}">
        <p14:creationId xmlns:p14="http://schemas.microsoft.com/office/powerpoint/2010/main" val="96895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21"/>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8"/>
          </a:xfrm>
          <a:prstGeom prst="rect">
            <a:avLst/>
          </a:prstGeom>
        </p:spPr>
        <p:txBody>
          <a:bodyPr vert="horz" lIns="91440" tIns="45720" rIns="91440" bIns="45720" rtlCol="0" anchor="ctr"/>
          <a:lstStyle>
            <a:lvl1pPr algn="l">
              <a:defRPr sz="1020">
                <a:solidFill>
                  <a:schemeClr val="tx1">
                    <a:tint val="75000"/>
                  </a:schemeClr>
                </a:solidFill>
              </a:defRPr>
            </a:lvl1pPr>
          </a:lstStyle>
          <a:p>
            <a:fld id="{91F966E7-DA83-42D5-98F3-A8A30189EC2D}" type="datetimeFigureOut">
              <a:rPr lang="en-US" smtClean="0"/>
              <a:t>11/3/2018</a:t>
            </a:fld>
            <a:endParaRPr lang="en-US"/>
          </a:p>
        </p:txBody>
      </p:sp>
      <p:sp>
        <p:nvSpPr>
          <p:cNvPr id="5" name="Footer Placeholder 4"/>
          <p:cNvSpPr>
            <a:spLocks noGrp="1"/>
          </p:cNvSpPr>
          <p:nvPr>
            <p:ph type="ftr" sz="quarter" idx="3"/>
          </p:nvPr>
        </p:nvSpPr>
        <p:spPr>
          <a:xfrm>
            <a:off x="2574608" y="9322649"/>
            <a:ext cx="2623185" cy="535518"/>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8"/>
          </a:xfrm>
          <a:prstGeom prst="rect">
            <a:avLst/>
          </a:prstGeom>
        </p:spPr>
        <p:txBody>
          <a:bodyPr vert="horz" lIns="91440" tIns="45720" rIns="91440" bIns="45720" rtlCol="0" anchor="ctr"/>
          <a:lstStyle>
            <a:lvl1pPr algn="r">
              <a:defRPr sz="1020">
                <a:solidFill>
                  <a:schemeClr val="tx1">
                    <a:tint val="75000"/>
                  </a:schemeClr>
                </a:solidFill>
              </a:defRPr>
            </a:lvl1pPr>
          </a:lstStyle>
          <a:p>
            <a:fld id="{78B9FBD7-C7E6-478B-958B-25B430C9DB65}" type="slidenum">
              <a:rPr lang="en-US" smtClean="0"/>
              <a:t>‹#›</a:t>
            </a:fld>
            <a:endParaRPr lang="en-US"/>
          </a:p>
        </p:txBody>
      </p:sp>
    </p:spTree>
    <p:extLst>
      <p:ext uri="{BB962C8B-B14F-4D97-AF65-F5344CB8AC3E}">
        <p14:creationId xmlns:p14="http://schemas.microsoft.com/office/powerpoint/2010/main" val="39752109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164"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291" indent="-194291" algn="l" defTabSz="777164"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873" indent="-194291" algn="l" defTabSz="777164" rtl="0" eaLnBrk="1" latinLnBrk="0" hangingPunct="1">
        <a:lnSpc>
          <a:spcPct val="90000"/>
        </a:lnSpc>
        <a:spcBef>
          <a:spcPts val="424"/>
        </a:spcBef>
        <a:buFont typeface="Arial" panose="020B0604020202020204" pitchFamily="34" charset="0"/>
        <a:buChar char="•"/>
        <a:defRPr sz="2040" kern="1200">
          <a:solidFill>
            <a:schemeClr val="tx1"/>
          </a:solidFill>
          <a:latin typeface="+mn-lt"/>
          <a:ea typeface="+mn-ea"/>
          <a:cs typeface="+mn-cs"/>
        </a:defRPr>
      </a:lvl2pPr>
      <a:lvl3pPr marL="971455" indent="-194291" algn="l" defTabSz="777164" rtl="0" eaLnBrk="1" latinLnBrk="0" hangingPunct="1">
        <a:lnSpc>
          <a:spcPct val="90000"/>
        </a:lnSpc>
        <a:spcBef>
          <a:spcPts val="424"/>
        </a:spcBef>
        <a:buFont typeface="Arial" panose="020B0604020202020204" pitchFamily="34" charset="0"/>
        <a:buChar char="•"/>
        <a:defRPr sz="1700" kern="1200">
          <a:solidFill>
            <a:schemeClr val="tx1"/>
          </a:solidFill>
          <a:latin typeface="+mn-lt"/>
          <a:ea typeface="+mn-ea"/>
          <a:cs typeface="+mn-cs"/>
        </a:defRPr>
      </a:lvl3pPr>
      <a:lvl4pPr marL="1360037"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4pPr>
      <a:lvl5pPr marL="1748619"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5pPr>
      <a:lvl6pPr marL="2137201"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6pPr>
      <a:lvl7pPr marL="2525783"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7pPr>
      <a:lvl8pPr marL="2914365"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8pPr>
      <a:lvl9pPr marL="3302947" indent="-194291" algn="l" defTabSz="777164" rtl="0" eaLnBrk="1" latinLnBrk="0" hangingPunct="1">
        <a:lnSpc>
          <a:spcPct val="90000"/>
        </a:lnSpc>
        <a:spcBef>
          <a:spcPts val="424"/>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164" rtl="0" eaLnBrk="1" latinLnBrk="0" hangingPunct="1">
        <a:defRPr sz="1530" kern="1200">
          <a:solidFill>
            <a:schemeClr val="tx1"/>
          </a:solidFill>
          <a:latin typeface="+mn-lt"/>
          <a:ea typeface="+mn-ea"/>
          <a:cs typeface="+mn-cs"/>
        </a:defRPr>
      </a:lvl1pPr>
      <a:lvl2pPr marL="388582" algn="l" defTabSz="777164" rtl="0" eaLnBrk="1" latinLnBrk="0" hangingPunct="1">
        <a:defRPr sz="1530" kern="1200">
          <a:solidFill>
            <a:schemeClr val="tx1"/>
          </a:solidFill>
          <a:latin typeface="+mn-lt"/>
          <a:ea typeface="+mn-ea"/>
          <a:cs typeface="+mn-cs"/>
        </a:defRPr>
      </a:lvl2pPr>
      <a:lvl3pPr marL="777164" algn="l" defTabSz="777164" rtl="0" eaLnBrk="1" latinLnBrk="0" hangingPunct="1">
        <a:defRPr sz="1530" kern="1200">
          <a:solidFill>
            <a:schemeClr val="tx1"/>
          </a:solidFill>
          <a:latin typeface="+mn-lt"/>
          <a:ea typeface="+mn-ea"/>
          <a:cs typeface="+mn-cs"/>
        </a:defRPr>
      </a:lvl3pPr>
      <a:lvl4pPr marL="1165746" algn="l" defTabSz="777164" rtl="0" eaLnBrk="1" latinLnBrk="0" hangingPunct="1">
        <a:defRPr sz="1530" kern="1200">
          <a:solidFill>
            <a:schemeClr val="tx1"/>
          </a:solidFill>
          <a:latin typeface="+mn-lt"/>
          <a:ea typeface="+mn-ea"/>
          <a:cs typeface="+mn-cs"/>
        </a:defRPr>
      </a:lvl4pPr>
      <a:lvl5pPr marL="1554328" algn="l" defTabSz="777164" rtl="0" eaLnBrk="1" latinLnBrk="0" hangingPunct="1">
        <a:defRPr sz="1530" kern="1200">
          <a:solidFill>
            <a:schemeClr val="tx1"/>
          </a:solidFill>
          <a:latin typeface="+mn-lt"/>
          <a:ea typeface="+mn-ea"/>
          <a:cs typeface="+mn-cs"/>
        </a:defRPr>
      </a:lvl5pPr>
      <a:lvl6pPr marL="1942909" algn="l" defTabSz="777164" rtl="0" eaLnBrk="1" latinLnBrk="0" hangingPunct="1">
        <a:defRPr sz="1530" kern="1200">
          <a:solidFill>
            <a:schemeClr val="tx1"/>
          </a:solidFill>
          <a:latin typeface="+mn-lt"/>
          <a:ea typeface="+mn-ea"/>
          <a:cs typeface="+mn-cs"/>
        </a:defRPr>
      </a:lvl6pPr>
      <a:lvl7pPr marL="2331492" algn="l" defTabSz="777164" rtl="0" eaLnBrk="1" latinLnBrk="0" hangingPunct="1">
        <a:defRPr sz="1530" kern="1200">
          <a:solidFill>
            <a:schemeClr val="tx1"/>
          </a:solidFill>
          <a:latin typeface="+mn-lt"/>
          <a:ea typeface="+mn-ea"/>
          <a:cs typeface="+mn-cs"/>
        </a:defRPr>
      </a:lvl7pPr>
      <a:lvl8pPr marL="2720074" algn="l" defTabSz="777164" rtl="0" eaLnBrk="1" latinLnBrk="0" hangingPunct="1">
        <a:defRPr sz="1530" kern="1200">
          <a:solidFill>
            <a:schemeClr val="tx1"/>
          </a:solidFill>
          <a:latin typeface="+mn-lt"/>
          <a:ea typeface="+mn-ea"/>
          <a:cs typeface="+mn-cs"/>
        </a:defRPr>
      </a:lvl8pPr>
      <a:lvl9pPr marL="3108655" algn="l" defTabSz="777164"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omments" Target="../comments/comment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jp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jp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jp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g"/><Relationship Id="rId4" Type="http://schemas.openxmlformats.org/officeDocument/2006/relationships/hyperlink" Target="http://www.alexandriasworld.com/" TargetMode="External"/><Relationship Id="rId9" Type="http://schemas.openxmlformats.org/officeDocument/2006/relationships/comments" Target="../comments/commen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026CD2-896F-4E77-980C-EF3FDD41289C}"/>
              </a:ext>
            </a:extLst>
          </p:cNvPr>
          <p:cNvSpPr/>
          <p:nvPr/>
        </p:nvSpPr>
        <p:spPr>
          <a:xfrm>
            <a:off x="3" y="1828802"/>
            <a:ext cx="7772399" cy="5735782"/>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BA68139-F31C-4A1E-93AE-5E2C6B2AFE59}"/>
              </a:ext>
            </a:extLst>
          </p:cNvPr>
          <p:cNvSpPr txBox="1"/>
          <p:nvPr/>
        </p:nvSpPr>
        <p:spPr>
          <a:xfrm>
            <a:off x="1025239" y="3713018"/>
            <a:ext cx="5971309" cy="1261884"/>
          </a:xfrm>
          <a:prstGeom prst="rect">
            <a:avLst/>
          </a:prstGeom>
          <a:noFill/>
        </p:spPr>
        <p:txBody>
          <a:bodyPr wrap="square" rtlCol="0">
            <a:spAutoFit/>
          </a:bodyPr>
          <a:lstStyle/>
          <a:p>
            <a:pPr algn="ctr"/>
            <a:r>
              <a:rPr lang="en-US" sz="4800" dirty="0">
                <a:latin typeface="TTGToasterStrudel" panose="02000603000000000000" pitchFamily="2" charset="0"/>
                <a:ea typeface="TTGToasterStrudel" panose="02000603000000000000" pitchFamily="2" charset="0"/>
              </a:rPr>
              <a:t>Jolly Phonics </a:t>
            </a:r>
            <a:br>
              <a:rPr lang="en-US" dirty="0">
                <a:latin typeface="+mj-lt"/>
              </a:rPr>
            </a:br>
            <a:r>
              <a:rPr lang="en-US" sz="2800" dirty="0">
                <a:latin typeface="TTGRiceKrispies" panose="02000603000000000000" pitchFamily="2" charset="0"/>
                <a:ea typeface="TTGRiceKrispies" panose="02000603000000000000" pitchFamily="2" charset="0"/>
              </a:rPr>
              <a:t>Automaticity Cards</a:t>
            </a:r>
          </a:p>
        </p:txBody>
      </p:sp>
      <p:sp>
        <p:nvSpPr>
          <p:cNvPr id="2" name="TextBox 1">
            <a:extLst>
              <a:ext uri="{FF2B5EF4-FFF2-40B4-BE49-F238E27FC236}">
                <a16:creationId xmlns:a16="http://schemas.microsoft.com/office/drawing/2014/main" id="{B1DA78F8-6744-40EE-A8CF-050C1511ADF9}"/>
              </a:ext>
            </a:extLst>
          </p:cNvPr>
          <p:cNvSpPr txBox="1"/>
          <p:nvPr/>
        </p:nvSpPr>
        <p:spPr>
          <a:xfrm>
            <a:off x="1461657" y="9125634"/>
            <a:ext cx="4849091" cy="646331"/>
          </a:xfrm>
          <a:prstGeom prst="rect">
            <a:avLst/>
          </a:prstGeom>
          <a:noFill/>
        </p:spPr>
        <p:txBody>
          <a:bodyPr wrap="square" rtlCol="0">
            <a:spAutoFit/>
          </a:bodyPr>
          <a:lstStyle/>
          <a:p>
            <a:pPr algn="ctr"/>
            <a:r>
              <a:rPr lang="en-US" dirty="0">
                <a:latin typeface="TTGRiceKrispies" panose="02000603000000000000" pitchFamily="2" charset="0"/>
                <a:ea typeface="TTGRiceKrispies" panose="02000603000000000000" pitchFamily="2" charset="0"/>
              </a:rPr>
              <a:t>By Alexandria’s World</a:t>
            </a:r>
          </a:p>
          <a:p>
            <a:pPr algn="ctr"/>
            <a:endParaRPr lang="en-US" dirty="0"/>
          </a:p>
        </p:txBody>
      </p:sp>
    </p:spTree>
    <p:extLst>
      <p:ext uri="{BB962C8B-B14F-4D97-AF65-F5344CB8AC3E}">
        <p14:creationId xmlns:p14="http://schemas.microsoft.com/office/powerpoint/2010/main" val="320820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E41D91-0D47-4ABA-9B74-8B8D3C1DE889}"/>
              </a:ext>
            </a:extLst>
          </p:cNvPr>
          <p:cNvSpPr/>
          <p:nvPr/>
        </p:nvSpPr>
        <p:spPr>
          <a:xfrm>
            <a:off x="0" y="1"/>
            <a:ext cx="7772400" cy="2743199"/>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9944E1-0AB2-4D64-B16E-A0E0EF68535A}"/>
              </a:ext>
            </a:extLst>
          </p:cNvPr>
          <p:cNvSpPr txBox="1"/>
          <p:nvPr/>
        </p:nvSpPr>
        <p:spPr>
          <a:xfrm>
            <a:off x="1944584" y="956101"/>
            <a:ext cx="4120738" cy="830997"/>
          </a:xfrm>
          <a:prstGeom prst="rect">
            <a:avLst/>
          </a:prstGeom>
          <a:noFill/>
        </p:spPr>
        <p:txBody>
          <a:bodyPr wrap="square" rtlCol="0">
            <a:spAutoFit/>
          </a:bodyPr>
          <a:lstStyle/>
          <a:p>
            <a:pPr algn="ctr"/>
            <a:r>
              <a:rPr lang="en-US" sz="4800" dirty="0">
                <a:latin typeface="TTGSkinnySticks" panose="02000603000000000000" pitchFamily="2" charset="0"/>
                <a:ea typeface="TTGSkinnySticks" panose="02000603000000000000" pitchFamily="2" charset="0"/>
              </a:rPr>
              <a:t>Directions</a:t>
            </a:r>
          </a:p>
        </p:txBody>
      </p:sp>
      <p:sp>
        <p:nvSpPr>
          <p:cNvPr id="4" name="TextBox 3">
            <a:extLst>
              <a:ext uri="{FF2B5EF4-FFF2-40B4-BE49-F238E27FC236}">
                <a16:creationId xmlns:a16="http://schemas.microsoft.com/office/drawing/2014/main" id="{25BD1F44-224A-4DD5-8BB4-0CB19846F524}"/>
              </a:ext>
            </a:extLst>
          </p:cNvPr>
          <p:cNvSpPr txBox="1"/>
          <p:nvPr/>
        </p:nvSpPr>
        <p:spPr>
          <a:xfrm>
            <a:off x="317665" y="2351317"/>
            <a:ext cx="7374576" cy="7632859"/>
          </a:xfrm>
          <a:prstGeom prst="rect">
            <a:avLst/>
          </a:prstGeom>
          <a:noFill/>
        </p:spPr>
        <p:txBody>
          <a:bodyPr wrap="square" rtlCol="0">
            <a:spAutoFit/>
          </a:bodyPr>
          <a:lstStyle/>
          <a:p>
            <a:pPr algn="ctr"/>
            <a:r>
              <a:rPr lang="en-US" b="1" dirty="0">
                <a:latin typeface="TTGRiceKrispies" panose="02000603000000000000" pitchFamily="2" charset="0"/>
                <a:ea typeface="TTGRiceKrispies" panose="02000603000000000000" pitchFamily="2" charset="0"/>
              </a:rPr>
              <a:t>Automaticity is a great center to have for students in order to practice letter sound fluency. This is a ready to go center for you to use throughout the year. These cards are meant for students to have letter sound fluency, blending fluency and word practice. Scholars start to read in no time. </a:t>
            </a:r>
            <a:br>
              <a:rPr lang="en-US" b="1" dirty="0">
                <a:latin typeface="TTGRiceKrispies" panose="02000603000000000000" pitchFamily="2" charset="0"/>
                <a:ea typeface="TTGRiceKrispies" panose="02000603000000000000" pitchFamily="2" charset="0"/>
              </a:rPr>
            </a:br>
            <a:br>
              <a:rPr lang="en-US" sz="2000" b="1" dirty="0">
                <a:latin typeface="TTGRiceKrispies" panose="02000603000000000000" pitchFamily="2" charset="0"/>
                <a:ea typeface="TTGRiceKrispies" panose="02000603000000000000" pitchFamily="2" charset="0"/>
              </a:rPr>
            </a:br>
            <a:r>
              <a:rPr lang="en-US" b="1" dirty="0">
                <a:latin typeface="TTGRiceKrispies" panose="02000603000000000000" pitchFamily="2" charset="0"/>
                <a:ea typeface="TTGRiceKrispies" panose="02000603000000000000" pitchFamily="2" charset="0"/>
              </a:rPr>
              <a:t>Sound practice is in Jolly Phonics set order. </a:t>
            </a:r>
            <a:br>
              <a:rPr lang="en-US" b="1" dirty="0">
                <a:latin typeface="TTGRiceKrispies" panose="02000603000000000000" pitchFamily="2" charset="0"/>
                <a:ea typeface="TTGRiceKrispies" panose="02000603000000000000" pitchFamily="2" charset="0"/>
              </a:rPr>
            </a:br>
            <a:r>
              <a:rPr lang="en-US" b="1" dirty="0">
                <a:latin typeface="TTGRiceKrispies" panose="02000603000000000000" pitchFamily="2" charset="0"/>
                <a:ea typeface="TTGRiceKrispies" panose="02000603000000000000" pitchFamily="2" charset="0"/>
              </a:rPr>
              <a:t>Book 1: S, A, T, I, P, N</a:t>
            </a:r>
            <a:br>
              <a:rPr lang="en-US" b="1" dirty="0">
                <a:latin typeface="TTGRiceKrispies" panose="02000603000000000000" pitchFamily="2" charset="0"/>
                <a:ea typeface="TTGRiceKrispies" panose="02000603000000000000" pitchFamily="2" charset="0"/>
              </a:rPr>
            </a:br>
            <a:r>
              <a:rPr lang="en-US" b="1" dirty="0">
                <a:latin typeface="TTGRiceKrispies" panose="02000603000000000000" pitchFamily="2" charset="0"/>
                <a:ea typeface="TTGRiceKrispies" panose="02000603000000000000" pitchFamily="2" charset="0"/>
              </a:rPr>
              <a:t>Book 2: CK, E, R, H, M, D</a:t>
            </a:r>
            <a:br>
              <a:rPr lang="en-US" b="1" dirty="0">
                <a:latin typeface="TTGRiceKrispies" panose="02000603000000000000" pitchFamily="2" charset="0"/>
                <a:ea typeface="TTGRiceKrispies" panose="02000603000000000000" pitchFamily="2" charset="0"/>
              </a:rPr>
            </a:br>
            <a:r>
              <a:rPr lang="en-US" b="1" dirty="0">
                <a:latin typeface="TTGRiceKrispies" panose="02000603000000000000" pitchFamily="2" charset="0"/>
                <a:ea typeface="TTGRiceKrispies" panose="02000603000000000000" pitchFamily="2" charset="0"/>
              </a:rPr>
              <a:t>Book 3: G, O, U, L, B, F</a:t>
            </a:r>
          </a:p>
          <a:p>
            <a:pPr algn="ctr"/>
            <a:r>
              <a:rPr lang="en-US" b="1" dirty="0">
                <a:latin typeface="TTGRiceKrispies" panose="02000603000000000000" pitchFamily="2" charset="0"/>
                <a:ea typeface="TTGRiceKrispies" panose="02000603000000000000" pitchFamily="2" charset="0"/>
              </a:rPr>
              <a:t>Other Sounds: J, W, Z, Y, Qu, V, X</a:t>
            </a:r>
            <a:br>
              <a:rPr lang="en-US" b="1" dirty="0">
                <a:latin typeface="TTGRiceKrispies" panose="02000603000000000000" pitchFamily="2" charset="0"/>
                <a:ea typeface="TTGRiceKrispies" panose="02000603000000000000" pitchFamily="2" charset="0"/>
              </a:rPr>
            </a:br>
            <a:r>
              <a:rPr lang="en-US" sz="1200" b="1" dirty="0">
                <a:latin typeface="TTGRiceKrispies" panose="02000603000000000000" pitchFamily="2" charset="0"/>
                <a:ea typeface="TTGRiceKrispies" panose="02000603000000000000" pitchFamily="2" charset="0"/>
              </a:rPr>
              <a:t>(My district uses Reach for Reading Series and the cards work fine with the series.)</a:t>
            </a:r>
          </a:p>
          <a:p>
            <a:pPr algn="ctr"/>
            <a:endParaRPr lang="en-US" sz="2000" b="1" dirty="0">
              <a:latin typeface="TTGRiceKrispies" panose="02000603000000000000" pitchFamily="2" charset="0"/>
              <a:ea typeface="TTGRiceKrispies" panose="02000603000000000000" pitchFamily="2" charset="0"/>
            </a:endParaRPr>
          </a:p>
          <a:p>
            <a:pPr marL="457200" indent="-457200" algn="ctr">
              <a:buAutoNum type="arabicPeriod"/>
            </a:pPr>
            <a:r>
              <a:rPr lang="en-US" sz="2000" b="1" dirty="0">
                <a:latin typeface="TTGRiceKrispies" panose="02000603000000000000" pitchFamily="2" charset="0"/>
                <a:ea typeface="TTGRiceKrispies" panose="02000603000000000000" pitchFamily="2" charset="0"/>
              </a:rPr>
              <a:t>Very simple set-up. Cut each page in half, place on card stock paper, and laminate. </a:t>
            </a:r>
          </a:p>
          <a:p>
            <a:pPr marL="457200" indent="-457200" algn="ctr">
              <a:buAutoNum type="arabicPeriod"/>
            </a:pPr>
            <a:r>
              <a:rPr lang="en-US" sz="2000" b="1" dirty="0">
                <a:latin typeface="TTGRiceKrispies" panose="02000603000000000000" pitchFamily="2" charset="0"/>
                <a:ea typeface="TTGRiceKrispies" panose="02000603000000000000" pitchFamily="2" charset="0"/>
              </a:rPr>
              <a:t>After teaching Book 1 Sounds, introduce the Book 1 sound cards.</a:t>
            </a:r>
          </a:p>
          <a:p>
            <a:pPr marL="457200" indent="-457200" algn="ctr">
              <a:buAutoNum type="arabicPeriod"/>
            </a:pPr>
            <a:r>
              <a:rPr lang="en-US" sz="2000" b="1" dirty="0">
                <a:latin typeface="TTGRiceKrispies" panose="02000603000000000000" pitchFamily="2" charset="0"/>
                <a:ea typeface="TTGRiceKrispies" panose="02000603000000000000" pitchFamily="2" charset="0"/>
              </a:rPr>
              <a:t> When students can say the sounds in a solid rhythm, move them to the blending cards. </a:t>
            </a:r>
          </a:p>
          <a:p>
            <a:pPr marL="457200" indent="-457200" algn="ctr">
              <a:buAutoNum type="arabicPeriod"/>
            </a:pPr>
            <a:r>
              <a:rPr lang="en-US" sz="2000" b="1" dirty="0">
                <a:latin typeface="TTGRiceKrispies" panose="02000603000000000000" pitchFamily="2" charset="0"/>
                <a:ea typeface="TTGRiceKrispies" panose="02000603000000000000" pitchFamily="2" charset="0"/>
              </a:rPr>
              <a:t>After smoothly blending their sounds into words, move them to the word cards. </a:t>
            </a:r>
          </a:p>
          <a:p>
            <a:pPr marL="457200" indent="-457200" algn="ctr">
              <a:buAutoNum type="arabicPeriod"/>
            </a:pPr>
            <a:r>
              <a:rPr lang="en-US" sz="2000" b="1" dirty="0">
                <a:latin typeface="TTGRiceKrispies" panose="02000603000000000000" pitchFamily="2" charset="0"/>
                <a:ea typeface="TTGRiceKrispies" panose="02000603000000000000" pitchFamily="2" charset="0"/>
              </a:rPr>
              <a:t>Key to success is persistence. I grill them on these cards during reading groups sometimes so they know what to work on when they are alone.</a:t>
            </a:r>
          </a:p>
        </p:txBody>
      </p:sp>
    </p:spTree>
    <p:extLst>
      <p:ext uri="{BB962C8B-B14F-4D97-AF65-F5344CB8AC3E}">
        <p14:creationId xmlns:p14="http://schemas.microsoft.com/office/powerpoint/2010/main" val="609773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E41D91-0D47-4ABA-9B74-8B8D3C1DE889}"/>
              </a:ext>
            </a:extLst>
          </p:cNvPr>
          <p:cNvSpPr/>
          <p:nvPr/>
        </p:nvSpPr>
        <p:spPr>
          <a:xfrm>
            <a:off x="0" y="1"/>
            <a:ext cx="7772400" cy="2743199"/>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9944E1-0AB2-4D64-B16E-A0E0EF68535A}"/>
              </a:ext>
            </a:extLst>
          </p:cNvPr>
          <p:cNvSpPr txBox="1"/>
          <p:nvPr/>
        </p:nvSpPr>
        <p:spPr>
          <a:xfrm>
            <a:off x="1944584" y="956101"/>
            <a:ext cx="4120738" cy="830997"/>
          </a:xfrm>
          <a:prstGeom prst="rect">
            <a:avLst/>
          </a:prstGeom>
          <a:noFill/>
        </p:spPr>
        <p:txBody>
          <a:bodyPr wrap="square" rtlCol="0">
            <a:spAutoFit/>
          </a:bodyPr>
          <a:lstStyle/>
          <a:p>
            <a:pPr algn="ctr"/>
            <a:r>
              <a:rPr lang="en-US" sz="4800" dirty="0">
                <a:latin typeface="TTGSkinnySticks" panose="02000603000000000000" pitchFamily="2" charset="0"/>
                <a:ea typeface="TTGSkinnySticks" panose="02000603000000000000" pitchFamily="2" charset="0"/>
              </a:rPr>
              <a:t>Directions</a:t>
            </a:r>
          </a:p>
        </p:txBody>
      </p:sp>
      <p:sp>
        <p:nvSpPr>
          <p:cNvPr id="4" name="TextBox 3">
            <a:extLst>
              <a:ext uri="{FF2B5EF4-FFF2-40B4-BE49-F238E27FC236}">
                <a16:creationId xmlns:a16="http://schemas.microsoft.com/office/drawing/2014/main" id="{25BD1F44-224A-4DD5-8BB4-0CB19846F524}"/>
              </a:ext>
            </a:extLst>
          </p:cNvPr>
          <p:cNvSpPr txBox="1"/>
          <p:nvPr/>
        </p:nvSpPr>
        <p:spPr>
          <a:xfrm>
            <a:off x="4904509" y="2577912"/>
            <a:ext cx="2588820" cy="1600438"/>
          </a:xfrm>
          <a:prstGeom prst="rect">
            <a:avLst/>
          </a:prstGeom>
          <a:noFill/>
        </p:spPr>
        <p:txBody>
          <a:bodyPr wrap="square" rtlCol="0">
            <a:spAutoFit/>
          </a:bodyPr>
          <a:lstStyle/>
          <a:p>
            <a:pPr algn="ctr"/>
            <a:br>
              <a:rPr lang="en-US" b="1" dirty="0">
                <a:latin typeface="TTGRiceKrispies" panose="02000603000000000000" pitchFamily="2" charset="0"/>
                <a:ea typeface="TTGRiceKrispies" panose="02000603000000000000" pitchFamily="2" charset="0"/>
              </a:rPr>
            </a:br>
            <a:br>
              <a:rPr lang="en-US" sz="2000" b="1" dirty="0">
                <a:latin typeface="TTGRiceKrispies" panose="02000603000000000000" pitchFamily="2" charset="0"/>
                <a:ea typeface="TTGRiceKrispies" panose="02000603000000000000" pitchFamily="2" charset="0"/>
              </a:rPr>
            </a:br>
            <a:r>
              <a:rPr lang="en-US" sz="2000" b="1" dirty="0">
                <a:latin typeface="TTGRiceKrispies" panose="02000603000000000000" pitchFamily="2" charset="0"/>
                <a:ea typeface="TTGRiceKrispies" panose="02000603000000000000" pitchFamily="2" charset="0"/>
              </a:rPr>
              <a:t>Read SOUND cards left to right</a:t>
            </a:r>
          </a:p>
        </p:txBody>
      </p:sp>
      <p:sp>
        <p:nvSpPr>
          <p:cNvPr id="5" name="TextBox 4">
            <a:extLst>
              <a:ext uri="{FF2B5EF4-FFF2-40B4-BE49-F238E27FC236}">
                <a16:creationId xmlns:a16="http://schemas.microsoft.com/office/drawing/2014/main" id="{245AA61D-2AE6-40B2-8CB5-42CFEDAE8936}"/>
              </a:ext>
            </a:extLst>
          </p:cNvPr>
          <p:cNvSpPr txBox="1"/>
          <p:nvPr/>
        </p:nvSpPr>
        <p:spPr>
          <a:xfrm>
            <a:off x="4770912" y="7600625"/>
            <a:ext cx="2588820" cy="1600438"/>
          </a:xfrm>
          <a:prstGeom prst="rect">
            <a:avLst/>
          </a:prstGeom>
          <a:noFill/>
        </p:spPr>
        <p:txBody>
          <a:bodyPr wrap="square" rtlCol="0">
            <a:spAutoFit/>
          </a:bodyPr>
          <a:lstStyle/>
          <a:p>
            <a:pPr algn="ctr"/>
            <a:br>
              <a:rPr lang="en-US" b="1" dirty="0">
                <a:latin typeface="TTGRiceKrispies" panose="02000603000000000000" pitchFamily="2" charset="0"/>
                <a:ea typeface="TTGRiceKrispies" panose="02000603000000000000" pitchFamily="2" charset="0"/>
              </a:rPr>
            </a:br>
            <a:br>
              <a:rPr lang="en-US" sz="2000" b="1" dirty="0">
                <a:latin typeface="TTGRiceKrispies" panose="02000603000000000000" pitchFamily="2" charset="0"/>
                <a:ea typeface="TTGRiceKrispies" panose="02000603000000000000" pitchFamily="2" charset="0"/>
              </a:rPr>
            </a:br>
            <a:r>
              <a:rPr lang="en-US" sz="2000" b="1" dirty="0">
                <a:latin typeface="TTGRiceKrispies" panose="02000603000000000000" pitchFamily="2" charset="0"/>
                <a:ea typeface="TTGRiceKrispies" panose="02000603000000000000" pitchFamily="2" charset="0"/>
              </a:rPr>
              <a:t>Read WORD cards left to right</a:t>
            </a:r>
          </a:p>
        </p:txBody>
      </p:sp>
      <p:sp>
        <p:nvSpPr>
          <p:cNvPr id="6" name="TextBox 5">
            <a:extLst>
              <a:ext uri="{FF2B5EF4-FFF2-40B4-BE49-F238E27FC236}">
                <a16:creationId xmlns:a16="http://schemas.microsoft.com/office/drawing/2014/main" id="{D0574D67-A2E5-42A6-BC95-10E2E5B18DCA}"/>
              </a:ext>
            </a:extLst>
          </p:cNvPr>
          <p:cNvSpPr txBox="1"/>
          <p:nvPr/>
        </p:nvSpPr>
        <p:spPr>
          <a:xfrm>
            <a:off x="827313" y="5305968"/>
            <a:ext cx="2588820" cy="1600438"/>
          </a:xfrm>
          <a:prstGeom prst="rect">
            <a:avLst/>
          </a:prstGeom>
          <a:noFill/>
        </p:spPr>
        <p:txBody>
          <a:bodyPr wrap="square" rtlCol="0">
            <a:spAutoFit/>
          </a:bodyPr>
          <a:lstStyle/>
          <a:p>
            <a:pPr algn="ctr"/>
            <a:br>
              <a:rPr lang="en-US" b="1" dirty="0">
                <a:latin typeface="TTGRiceKrispies" panose="02000603000000000000" pitchFamily="2" charset="0"/>
                <a:ea typeface="TTGRiceKrispies" panose="02000603000000000000" pitchFamily="2" charset="0"/>
              </a:rPr>
            </a:br>
            <a:br>
              <a:rPr lang="en-US" sz="2000" b="1" dirty="0">
                <a:latin typeface="TTGRiceKrispies" panose="02000603000000000000" pitchFamily="2" charset="0"/>
                <a:ea typeface="TTGRiceKrispies" panose="02000603000000000000" pitchFamily="2" charset="0"/>
              </a:rPr>
            </a:br>
            <a:r>
              <a:rPr lang="en-US" sz="2000" b="1" dirty="0">
                <a:latin typeface="TTGRiceKrispies" panose="02000603000000000000" pitchFamily="2" charset="0"/>
                <a:ea typeface="TTGRiceKrispies" panose="02000603000000000000" pitchFamily="2" charset="0"/>
              </a:rPr>
              <a:t>Read BLEND  cards top to bottom</a:t>
            </a:r>
          </a:p>
        </p:txBody>
      </p:sp>
      <p:pic>
        <p:nvPicPr>
          <p:cNvPr id="7" name="Picture 6">
            <a:extLst>
              <a:ext uri="{FF2B5EF4-FFF2-40B4-BE49-F238E27FC236}">
                <a16:creationId xmlns:a16="http://schemas.microsoft.com/office/drawing/2014/main" id="{C4E0EC84-5BEA-425E-8B95-E9911F1A853A}"/>
              </a:ext>
            </a:extLst>
          </p:cNvPr>
          <p:cNvPicPr>
            <a:picLocks noChangeAspect="1"/>
          </p:cNvPicPr>
          <p:nvPr/>
        </p:nvPicPr>
        <p:blipFill>
          <a:blip r:embed="rId4"/>
          <a:stretch>
            <a:fillRect/>
          </a:stretch>
        </p:blipFill>
        <p:spPr>
          <a:xfrm>
            <a:off x="611897" y="2646166"/>
            <a:ext cx="3270342" cy="2106267"/>
          </a:xfrm>
          <a:prstGeom prst="rect">
            <a:avLst/>
          </a:prstGeom>
        </p:spPr>
      </p:pic>
      <p:pic>
        <p:nvPicPr>
          <p:cNvPr id="8" name="Picture 7">
            <a:extLst>
              <a:ext uri="{FF2B5EF4-FFF2-40B4-BE49-F238E27FC236}">
                <a16:creationId xmlns:a16="http://schemas.microsoft.com/office/drawing/2014/main" id="{C1D364C1-35E0-4029-A0E5-E8FBEEA927D5}"/>
              </a:ext>
            </a:extLst>
          </p:cNvPr>
          <p:cNvPicPr>
            <a:picLocks noChangeAspect="1"/>
          </p:cNvPicPr>
          <p:nvPr/>
        </p:nvPicPr>
        <p:blipFill>
          <a:blip r:embed="rId5"/>
          <a:stretch>
            <a:fillRect/>
          </a:stretch>
        </p:blipFill>
        <p:spPr>
          <a:xfrm>
            <a:off x="691161" y="7358225"/>
            <a:ext cx="3191078" cy="2137086"/>
          </a:xfrm>
          <a:prstGeom prst="rect">
            <a:avLst/>
          </a:prstGeom>
        </p:spPr>
      </p:pic>
      <p:pic>
        <p:nvPicPr>
          <p:cNvPr id="9" name="Picture 8">
            <a:extLst>
              <a:ext uri="{FF2B5EF4-FFF2-40B4-BE49-F238E27FC236}">
                <a16:creationId xmlns:a16="http://schemas.microsoft.com/office/drawing/2014/main" id="{1DBCB04F-79F1-4D0B-B97B-AA67C41D25E3}"/>
              </a:ext>
            </a:extLst>
          </p:cNvPr>
          <p:cNvPicPr>
            <a:picLocks noChangeAspect="1"/>
          </p:cNvPicPr>
          <p:nvPr/>
        </p:nvPicPr>
        <p:blipFill>
          <a:blip r:embed="rId6"/>
          <a:stretch>
            <a:fillRect/>
          </a:stretch>
        </p:blipFill>
        <p:spPr>
          <a:xfrm>
            <a:off x="4096987" y="4921075"/>
            <a:ext cx="3103445" cy="2437149"/>
          </a:xfrm>
          <a:prstGeom prst="rect">
            <a:avLst/>
          </a:prstGeom>
        </p:spPr>
      </p:pic>
    </p:spTree>
    <p:extLst>
      <p:ext uri="{BB962C8B-B14F-4D97-AF65-F5344CB8AC3E}">
        <p14:creationId xmlns:p14="http://schemas.microsoft.com/office/powerpoint/2010/main" val="836707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63624CB-B06C-446D-9859-6890DA00310E}"/>
              </a:ext>
            </a:extLst>
          </p:cNvPr>
          <p:cNvSpPr/>
          <p:nvPr/>
        </p:nvSpPr>
        <p:spPr>
          <a:xfrm>
            <a:off x="-439387" y="1"/>
            <a:ext cx="8704613" cy="10557163"/>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lh3.googleusercontent.com/sLifA-MaJKc1_K4EzJ8JGUgsnHw-qkiV2PRoSlvm9oP7xmx9mTAO6d75xASPbq1YfDCiDLKAOmXzHrmlpfPy_QzmlRf9FAwtxrncBSvvZZWC_SoMvpb9NB1YXB59Oik9scQ-CgU1VtMNh_BNmk4kLTwMQaJYbgeFGDyCK4Iz6fME7am1af6HKcBpjjFjcXn095pT-o3fK_G4jbzS_Cm5Wgfo3qIbE8miDo-PvMz9xOHZ3uUEaLjeistoDlTKZxgK6e87e7omiuaft4KYmwz44TIzVfBTb7F-su-xCUlXfAZPoP_fWRv6j_DYyiK_UhY1moT0f9yPu1-A0EunkO7mt9FC972FxrThPIsetbfQiAlYK-5AmxgBfJqLBIa0bNP4Sv_vAik7BcvW2CU3QQt6ZfjK9rxH1dK-YqJ9dJjr_ZTY3JPUQbE6_2BzeXpHeV8k3bFiRaN6tbMKsLS5-Cn9lxC95noUT5BIrINHJeBPPLAVGEEi2amLdOgZfJQHXe6kY_XYLw4k6sMJdt-f4dFK85h8t6uQY53C7fl1kr4WmDR_VcJ8ZGKk2sBmzf-iSLwd3ryhsfzvIbYCNx9d6yVkYoNyKYOFGQLxbtiacnUnsdetsFQbFWI7Z8XVtxTaiWX2_pSfTyo5p4EfURhKrWCpfxjlvA=w597-h795-no">
            <a:extLst>
              <a:ext uri="{FF2B5EF4-FFF2-40B4-BE49-F238E27FC236}">
                <a16:creationId xmlns:a16="http://schemas.microsoft.com/office/drawing/2014/main" id="{915395C4-60EF-421D-A316-91F2DE36F7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871972" y="2296269"/>
            <a:ext cx="4215741" cy="5608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9A133F9-79ED-4DCB-8AFF-CDDCA3ACCC9C}"/>
              </a:ext>
            </a:extLst>
          </p:cNvPr>
          <p:cNvSpPr txBox="1"/>
          <p:nvPr/>
        </p:nvSpPr>
        <p:spPr>
          <a:xfrm>
            <a:off x="198912" y="285010"/>
            <a:ext cx="7374576" cy="646331"/>
          </a:xfrm>
          <a:prstGeom prst="rect">
            <a:avLst/>
          </a:prstGeom>
          <a:noFill/>
        </p:spPr>
        <p:txBody>
          <a:bodyPr wrap="square" rtlCol="0">
            <a:spAutoFit/>
          </a:bodyPr>
          <a:lstStyle/>
          <a:p>
            <a:pPr algn="ctr"/>
            <a:r>
              <a:rPr lang="en-US" b="1" dirty="0">
                <a:latin typeface="TTGRiceKrispies" panose="02000603000000000000" pitchFamily="2" charset="0"/>
                <a:ea typeface="TTGRiceKrispies" panose="02000603000000000000" pitchFamily="2" charset="0"/>
              </a:rPr>
              <a:t>It’s really this simple! Resource teachers, use this activity to get your kids reading quickly. </a:t>
            </a:r>
            <a:endParaRPr lang="en-US" sz="2000" b="1" dirty="0">
              <a:latin typeface="TTGRiceKrispies" panose="02000603000000000000" pitchFamily="2" charset="0"/>
              <a:ea typeface="TTGRiceKrispies" panose="02000603000000000000" pitchFamily="2" charset="0"/>
            </a:endParaRPr>
          </a:p>
        </p:txBody>
      </p:sp>
      <p:sp>
        <p:nvSpPr>
          <p:cNvPr id="5" name="TextBox 4">
            <a:extLst>
              <a:ext uri="{FF2B5EF4-FFF2-40B4-BE49-F238E27FC236}">
                <a16:creationId xmlns:a16="http://schemas.microsoft.com/office/drawing/2014/main" id="{DA193E56-BB22-4CB8-BDB9-33E82159AF8B}"/>
              </a:ext>
            </a:extLst>
          </p:cNvPr>
          <p:cNvSpPr txBox="1"/>
          <p:nvPr/>
        </p:nvSpPr>
        <p:spPr>
          <a:xfrm>
            <a:off x="292554" y="9127059"/>
            <a:ext cx="7374576" cy="646331"/>
          </a:xfrm>
          <a:prstGeom prst="rect">
            <a:avLst/>
          </a:prstGeom>
          <a:noFill/>
        </p:spPr>
        <p:txBody>
          <a:bodyPr wrap="square" rtlCol="0">
            <a:spAutoFit/>
          </a:bodyPr>
          <a:lstStyle/>
          <a:p>
            <a:pPr algn="ctr"/>
            <a:r>
              <a:rPr lang="en-US" b="1" dirty="0">
                <a:latin typeface="TTGRiceKrispies" panose="02000603000000000000" pitchFamily="2" charset="0"/>
                <a:ea typeface="TTGRiceKrispies" panose="02000603000000000000" pitchFamily="2" charset="0"/>
              </a:rPr>
              <a:t>Kindy teachers, use this activity to solidify those letter sounds and get your students blending fast!</a:t>
            </a:r>
            <a:endParaRPr lang="en-US" sz="2000" b="1" dirty="0">
              <a:latin typeface="TTGRiceKrispies" panose="02000603000000000000" pitchFamily="2" charset="0"/>
              <a:ea typeface="TTGRiceKrispies" panose="02000603000000000000" pitchFamily="2" charset="0"/>
            </a:endParaRPr>
          </a:p>
        </p:txBody>
      </p:sp>
    </p:spTree>
    <p:extLst>
      <p:ext uri="{BB962C8B-B14F-4D97-AF65-F5344CB8AC3E}">
        <p14:creationId xmlns:p14="http://schemas.microsoft.com/office/powerpoint/2010/main" val="4165924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AE926FA1-46E4-4F61-BF36-521915E3228A}"/>
              </a:ext>
            </a:extLst>
          </p:cNvPr>
          <p:cNvPicPr>
            <a:picLocks noChangeAspect="1"/>
          </p:cNvPicPr>
          <p:nvPr/>
        </p:nvPicPr>
        <p:blipFill>
          <a:blip r:embed="rId3"/>
          <a:stretch>
            <a:fillRect/>
          </a:stretch>
        </p:blipFill>
        <p:spPr>
          <a:xfrm>
            <a:off x="835375" y="5588001"/>
            <a:ext cx="6086124" cy="3949700"/>
          </a:xfrm>
          <a:prstGeom prst="rect">
            <a:avLst/>
          </a:prstGeom>
        </p:spPr>
      </p:pic>
      <p:pic>
        <p:nvPicPr>
          <p:cNvPr id="8" name="Picture 7">
            <a:extLst>
              <a:ext uri="{FF2B5EF4-FFF2-40B4-BE49-F238E27FC236}">
                <a16:creationId xmlns:a16="http://schemas.microsoft.com/office/drawing/2014/main" id="{0D6AC735-D2CF-4267-96D0-EAA7487E2C54}"/>
              </a:ext>
            </a:extLst>
          </p:cNvPr>
          <p:cNvPicPr>
            <a:picLocks noChangeAspect="1"/>
          </p:cNvPicPr>
          <p:nvPr/>
        </p:nvPicPr>
        <p:blipFill>
          <a:blip r:embed="rId4"/>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1426321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35681F6B-9511-456F-BADB-AEA5A2EC6FB2}"/>
              </a:ext>
            </a:extLst>
          </p:cNvPr>
          <p:cNvPicPr>
            <a:picLocks noChangeAspect="1"/>
          </p:cNvPicPr>
          <p:nvPr/>
        </p:nvPicPr>
        <p:blipFill>
          <a:blip r:embed="rId3"/>
          <a:stretch>
            <a:fillRect/>
          </a:stretch>
        </p:blipFill>
        <p:spPr>
          <a:xfrm>
            <a:off x="825500" y="5588001"/>
            <a:ext cx="6095999" cy="3911598"/>
          </a:xfrm>
          <a:prstGeom prst="rect">
            <a:avLst/>
          </a:prstGeom>
        </p:spPr>
      </p:pic>
      <p:pic>
        <p:nvPicPr>
          <p:cNvPr id="7" name="Picture 6">
            <a:extLst>
              <a:ext uri="{FF2B5EF4-FFF2-40B4-BE49-F238E27FC236}">
                <a16:creationId xmlns:a16="http://schemas.microsoft.com/office/drawing/2014/main" id="{C5AA897D-AB61-4490-812A-1BE2E24DCB36}"/>
              </a:ext>
            </a:extLst>
          </p:cNvPr>
          <p:cNvPicPr>
            <a:picLocks noChangeAspect="1"/>
          </p:cNvPicPr>
          <p:nvPr/>
        </p:nvPicPr>
        <p:blipFill>
          <a:blip r:embed="rId4"/>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1987068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F1D8693D-1D4A-4DD2-9234-9143859B718F}"/>
              </a:ext>
            </a:extLst>
          </p:cNvPr>
          <p:cNvPicPr>
            <a:picLocks noChangeAspect="1"/>
          </p:cNvPicPr>
          <p:nvPr/>
        </p:nvPicPr>
        <p:blipFill>
          <a:blip r:embed="rId3"/>
          <a:stretch>
            <a:fillRect/>
          </a:stretch>
        </p:blipFill>
        <p:spPr>
          <a:xfrm>
            <a:off x="825500" y="5549899"/>
            <a:ext cx="6095999" cy="3949699"/>
          </a:xfrm>
          <a:prstGeom prst="rect">
            <a:avLst/>
          </a:prstGeom>
        </p:spPr>
      </p:pic>
      <p:pic>
        <p:nvPicPr>
          <p:cNvPr id="7" name="Picture 6">
            <a:extLst>
              <a:ext uri="{FF2B5EF4-FFF2-40B4-BE49-F238E27FC236}">
                <a16:creationId xmlns:a16="http://schemas.microsoft.com/office/drawing/2014/main" id="{79230BBE-B064-4518-98B7-FAE6C5B25E21}"/>
              </a:ext>
            </a:extLst>
          </p:cNvPr>
          <p:cNvPicPr>
            <a:picLocks noChangeAspect="1"/>
          </p:cNvPicPr>
          <p:nvPr/>
        </p:nvPicPr>
        <p:blipFill>
          <a:blip r:embed="rId4"/>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3802433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BEA7FADC-0326-484A-9D99-B1EFF0267EA4}"/>
              </a:ext>
            </a:extLst>
          </p:cNvPr>
          <p:cNvPicPr>
            <a:picLocks noChangeAspect="1"/>
          </p:cNvPicPr>
          <p:nvPr/>
        </p:nvPicPr>
        <p:blipFill>
          <a:blip r:embed="rId3"/>
          <a:stretch>
            <a:fillRect/>
          </a:stretch>
        </p:blipFill>
        <p:spPr>
          <a:xfrm>
            <a:off x="847301" y="5588001"/>
            <a:ext cx="6072516" cy="3911598"/>
          </a:xfrm>
          <a:prstGeom prst="rect">
            <a:avLst/>
          </a:prstGeom>
        </p:spPr>
      </p:pic>
      <p:pic>
        <p:nvPicPr>
          <p:cNvPr id="8" name="Picture 7">
            <a:extLst>
              <a:ext uri="{FF2B5EF4-FFF2-40B4-BE49-F238E27FC236}">
                <a16:creationId xmlns:a16="http://schemas.microsoft.com/office/drawing/2014/main" id="{E76206AB-018B-4B47-BBAC-7DF92BC30865}"/>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81001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688FC1FC-5F06-47F4-ADD2-8BA4BA65B378}"/>
              </a:ext>
            </a:extLst>
          </p:cNvPr>
          <p:cNvPicPr>
            <a:picLocks noChangeAspect="1"/>
          </p:cNvPicPr>
          <p:nvPr/>
        </p:nvPicPr>
        <p:blipFill rotWithShape="1">
          <a:blip r:embed="rId3"/>
          <a:srcRect t="2589"/>
          <a:stretch/>
        </p:blipFill>
        <p:spPr>
          <a:xfrm>
            <a:off x="825500" y="5588001"/>
            <a:ext cx="6095999" cy="3911598"/>
          </a:xfrm>
          <a:prstGeom prst="rect">
            <a:avLst/>
          </a:prstGeom>
        </p:spPr>
      </p:pic>
      <p:pic>
        <p:nvPicPr>
          <p:cNvPr id="6" name="Picture 5">
            <a:extLst>
              <a:ext uri="{FF2B5EF4-FFF2-40B4-BE49-F238E27FC236}">
                <a16:creationId xmlns:a16="http://schemas.microsoft.com/office/drawing/2014/main" id="{219AA911-D7DF-4570-B41B-3FCB4110851F}"/>
              </a:ext>
            </a:extLst>
          </p:cNvPr>
          <p:cNvPicPr>
            <a:picLocks noChangeAspect="1"/>
          </p:cNvPicPr>
          <p:nvPr/>
        </p:nvPicPr>
        <p:blipFill>
          <a:blip r:embed="rId4"/>
          <a:stretch>
            <a:fillRect/>
          </a:stretch>
        </p:blipFill>
        <p:spPr>
          <a:xfrm>
            <a:off x="825500" y="558801"/>
            <a:ext cx="6095999" cy="3949700"/>
          </a:xfrm>
          <a:prstGeom prst="rect">
            <a:avLst/>
          </a:prstGeom>
        </p:spPr>
      </p:pic>
      <p:pic>
        <p:nvPicPr>
          <p:cNvPr id="7" name="Picture 6">
            <a:extLst>
              <a:ext uri="{FF2B5EF4-FFF2-40B4-BE49-F238E27FC236}">
                <a16:creationId xmlns:a16="http://schemas.microsoft.com/office/drawing/2014/main" id="{645BC156-2A95-465C-BB1E-4454BCF17E24}"/>
              </a:ext>
            </a:extLst>
          </p:cNvPr>
          <p:cNvPicPr>
            <a:picLocks noChangeAspect="1"/>
          </p:cNvPicPr>
          <p:nvPr/>
        </p:nvPicPr>
        <p:blipFill>
          <a:blip r:embed="rId5"/>
          <a:stretch>
            <a:fillRect/>
          </a:stretch>
        </p:blipFill>
        <p:spPr>
          <a:xfrm>
            <a:off x="847301" y="558801"/>
            <a:ext cx="6077798" cy="3911598"/>
          </a:xfrm>
          <a:prstGeom prst="rect">
            <a:avLst/>
          </a:prstGeom>
        </p:spPr>
      </p:pic>
      <p:pic>
        <p:nvPicPr>
          <p:cNvPr id="8" name="Picture 7">
            <a:extLst>
              <a:ext uri="{FF2B5EF4-FFF2-40B4-BE49-F238E27FC236}">
                <a16:creationId xmlns:a16="http://schemas.microsoft.com/office/drawing/2014/main" id="{FBB43EAD-77A3-4165-BE2A-E607E4C41E33}"/>
              </a:ext>
            </a:extLst>
          </p:cNvPr>
          <p:cNvPicPr>
            <a:picLocks noChangeAspect="1"/>
          </p:cNvPicPr>
          <p:nvPr/>
        </p:nvPicPr>
        <p:blipFill>
          <a:blip r:embed="rId6"/>
          <a:stretch>
            <a:fillRect/>
          </a:stretch>
        </p:blipFill>
        <p:spPr>
          <a:xfrm>
            <a:off x="825501" y="5588001"/>
            <a:ext cx="6095998" cy="3911598"/>
          </a:xfrm>
          <a:prstGeom prst="rect">
            <a:avLst/>
          </a:prstGeom>
        </p:spPr>
      </p:pic>
    </p:spTree>
    <p:extLst>
      <p:ext uri="{BB962C8B-B14F-4D97-AF65-F5344CB8AC3E}">
        <p14:creationId xmlns:p14="http://schemas.microsoft.com/office/powerpoint/2010/main" val="366258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0CC43-10DE-4195-9BC0-D6055998FBC1}"/>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EEA1CF8E-FF19-4BB4-9016-B83B96E70F5A}"/>
              </a:ext>
            </a:extLst>
          </p:cNvPr>
          <p:cNvPicPr>
            <a:picLocks noChangeAspect="1"/>
          </p:cNvPicPr>
          <p:nvPr/>
        </p:nvPicPr>
        <p:blipFill rotWithShape="1">
          <a:blip r:embed="rId3"/>
          <a:srcRect b="2922"/>
          <a:stretch/>
        </p:blipFill>
        <p:spPr>
          <a:xfrm>
            <a:off x="825499" y="5588001"/>
            <a:ext cx="6095999" cy="3949700"/>
          </a:xfrm>
          <a:prstGeom prst="rect">
            <a:avLst/>
          </a:prstGeom>
        </p:spPr>
      </p:pic>
      <p:pic>
        <p:nvPicPr>
          <p:cNvPr id="8" name="Picture 7">
            <a:extLst>
              <a:ext uri="{FF2B5EF4-FFF2-40B4-BE49-F238E27FC236}">
                <a16:creationId xmlns:a16="http://schemas.microsoft.com/office/drawing/2014/main" id="{9677D8DA-0F11-4B86-BF13-9E0053617185}"/>
              </a:ext>
            </a:extLst>
          </p:cNvPr>
          <p:cNvPicPr>
            <a:picLocks noChangeAspect="1"/>
          </p:cNvPicPr>
          <p:nvPr/>
        </p:nvPicPr>
        <p:blipFill>
          <a:blip r:embed="rId4"/>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3106265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BA55F49-5D09-488A-8D8F-B40FF4C04407}"/>
              </a:ext>
            </a:extLst>
          </p:cNvPr>
          <p:cNvPicPr>
            <a:picLocks noChangeAspect="1"/>
          </p:cNvPicPr>
          <p:nvPr/>
        </p:nvPicPr>
        <p:blipFill>
          <a:blip r:embed="rId4"/>
          <a:stretch>
            <a:fillRect/>
          </a:stretch>
        </p:blipFill>
        <p:spPr>
          <a:xfrm>
            <a:off x="835375" y="5588001"/>
            <a:ext cx="6086124" cy="3949700"/>
          </a:xfrm>
          <a:prstGeom prst="rect">
            <a:avLst/>
          </a:prstGeom>
        </p:spPr>
      </p:pic>
      <p:pic>
        <p:nvPicPr>
          <p:cNvPr id="9" name="Picture 8">
            <a:extLst>
              <a:ext uri="{FF2B5EF4-FFF2-40B4-BE49-F238E27FC236}">
                <a16:creationId xmlns:a16="http://schemas.microsoft.com/office/drawing/2014/main" id="{78011B03-3740-411B-A36F-946B1FBF3A1E}"/>
              </a:ext>
            </a:extLst>
          </p:cNvPr>
          <p:cNvPicPr>
            <a:picLocks noChangeAspect="1"/>
          </p:cNvPicPr>
          <p:nvPr/>
        </p:nvPicPr>
        <p:blipFill>
          <a:blip r:embed="rId5"/>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740603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54DDF20E-204E-4678-A76E-3D288A6A5CE2}"/>
              </a:ext>
            </a:extLst>
          </p:cNvPr>
          <p:cNvPicPr>
            <a:picLocks noChangeAspect="1"/>
          </p:cNvPicPr>
          <p:nvPr/>
        </p:nvPicPr>
        <p:blipFill>
          <a:blip r:embed="rId4"/>
          <a:stretch>
            <a:fillRect/>
          </a:stretch>
        </p:blipFill>
        <p:spPr>
          <a:xfrm>
            <a:off x="825500" y="5588001"/>
            <a:ext cx="6095999" cy="3911598"/>
          </a:xfrm>
          <a:prstGeom prst="rect">
            <a:avLst/>
          </a:prstGeom>
        </p:spPr>
      </p:pic>
      <p:pic>
        <p:nvPicPr>
          <p:cNvPr id="8" name="Picture 7">
            <a:extLst>
              <a:ext uri="{FF2B5EF4-FFF2-40B4-BE49-F238E27FC236}">
                <a16:creationId xmlns:a16="http://schemas.microsoft.com/office/drawing/2014/main" id="{AB98D71D-4752-414C-9FA4-338D4EFED9D2}"/>
              </a:ext>
            </a:extLst>
          </p:cNvPr>
          <p:cNvPicPr>
            <a:picLocks noChangeAspect="1"/>
          </p:cNvPicPr>
          <p:nvPr/>
        </p:nvPicPr>
        <p:blipFill>
          <a:blip r:embed="rId5"/>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1584341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861A883A-8809-4C70-A2AD-523F2DEF063D}"/>
              </a:ext>
            </a:extLst>
          </p:cNvPr>
          <p:cNvPicPr>
            <a:picLocks noChangeAspect="1"/>
          </p:cNvPicPr>
          <p:nvPr/>
        </p:nvPicPr>
        <p:blipFill>
          <a:blip r:embed="rId4"/>
          <a:stretch>
            <a:fillRect/>
          </a:stretch>
        </p:blipFill>
        <p:spPr>
          <a:xfrm>
            <a:off x="825500" y="5549899"/>
            <a:ext cx="6095999" cy="3949699"/>
          </a:xfrm>
          <a:prstGeom prst="rect">
            <a:avLst/>
          </a:prstGeom>
        </p:spPr>
      </p:pic>
      <p:pic>
        <p:nvPicPr>
          <p:cNvPr id="8" name="Picture 7">
            <a:extLst>
              <a:ext uri="{FF2B5EF4-FFF2-40B4-BE49-F238E27FC236}">
                <a16:creationId xmlns:a16="http://schemas.microsoft.com/office/drawing/2014/main" id="{85CED5A9-B245-4205-8188-0A6D9DD6E863}"/>
              </a:ext>
            </a:extLst>
          </p:cNvPr>
          <p:cNvPicPr>
            <a:picLocks noChangeAspect="1"/>
          </p:cNvPicPr>
          <p:nvPr/>
        </p:nvPicPr>
        <p:blipFill>
          <a:blip r:embed="rId5"/>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295436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CEFFDDD7-D355-4639-A55F-9FCF25DCC376}"/>
              </a:ext>
            </a:extLst>
          </p:cNvPr>
          <p:cNvPicPr>
            <a:picLocks noChangeAspect="1"/>
          </p:cNvPicPr>
          <p:nvPr/>
        </p:nvPicPr>
        <p:blipFill>
          <a:blip r:embed="rId4"/>
          <a:stretch>
            <a:fillRect/>
          </a:stretch>
        </p:blipFill>
        <p:spPr>
          <a:xfrm>
            <a:off x="847301" y="5588001"/>
            <a:ext cx="6072516" cy="3911598"/>
          </a:xfrm>
          <a:prstGeom prst="rect">
            <a:avLst/>
          </a:prstGeom>
        </p:spPr>
      </p:pic>
      <p:pic>
        <p:nvPicPr>
          <p:cNvPr id="8" name="Picture 7">
            <a:extLst>
              <a:ext uri="{FF2B5EF4-FFF2-40B4-BE49-F238E27FC236}">
                <a16:creationId xmlns:a16="http://schemas.microsoft.com/office/drawing/2014/main" id="{B160C77F-4A1B-4366-962D-49061D80E8A5}"/>
              </a:ext>
            </a:extLst>
          </p:cNvPr>
          <p:cNvPicPr>
            <a:picLocks noChangeAspect="1"/>
          </p:cNvPicPr>
          <p:nvPr/>
        </p:nvPicPr>
        <p:blipFill>
          <a:blip r:embed="rId5"/>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4146967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90354A4F-A937-49F3-8AEC-0CE5D8E2C255}"/>
              </a:ext>
            </a:extLst>
          </p:cNvPr>
          <p:cNvPicPr>
            <a:picLocks noChangeAspect="1"/>
          </p:cNvPicPr>
          <p:nvPr/>
        </p:nvPicPr>
        <p:blipFill>
          <a:blip r:embed="rId4"/>
          <a:stretch>
            <a:fillRect/>
          </a:stretch>
        </p:blipFill>
        <p:spPr>
          <a:xfrm>
            <a:off x="825501" y="5588001"/>
            <a:ext cx="6095998" cy="3911598"/>
          </a:xfrm>
          <a:prstGeom prst="rect">
            <a:avLst/>
          </a:prstGeom>
        </p:spPr>
      </p:pic>
      <p:pic>
        <p:nvPicPr>
          <p:cNvPr id="8" name="Picture 7">
            <a:extLst>
              <a:ext uri="{FF2B5EF4-FFF2-40B4-BE49-F238E27FC236}">
                <a16:creationId xmlns:a16="http://schemas.microsoft.com/office/drawing/2014/main" id="{04E1D874-AF11-4D9D-9FCA-91315AE7C119}"/>
              </a:ext>
            </a:extLst>
          </p:cNvPr>
          <p:cNvPicPr>
            <a:picLocks noChangeAspect="1"/>
          </p:cNvPicPr>
          <p:nvPr/>
        </p:nvPicPr>
        <p:blipFill>
          <a:blip r:embed="rId5"/>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448623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0E15D25-D088-4981-ABA9-99DFC6E4066A}"/>
              </a:ext>
            </a:extLst>
          </p:cNvPr>
          <p:cNvSpPr/>
          <p:nvPr/>
        </p:nvSpPr>
        <p:spPr>
          <a:xfrm>
            <a:off x="14845" y="5029200"/>
            <a:ext cx="7757555" cy="5029200"/>
          </a:xfrm>
          <a:prstGeom prst="rect">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03F16496-5B2D-456A-85AF-E699D2DC21EB}"/>
              </a:ext>
            </a:extLst>
          </p:cNvPr>
          <p:cNvPicPr>
            <a:picLocks noChangeAspect="1"/>
          </p:cNvPicPr>
          <p:nvPr/>
        </p:nvPicPr>
        <p:blipFill rotWithShape="1">
          <a:blip r:embed="rId4"/>
          <a:srcRect b="2922"/>
          <a:stretch/>
        </p:blipFill>
        <p:spPr>
          <a:xfrm>
            <a:off x="825499" y="5588001"/>
            <a:ext cx="6095999" cy="3949700"/>
          </a:xfrm>
          <a:prstGeom prst="rect">
            <a:avLst/>
          </a:prstGeom>
        </p:spPr>
      </p:pic>
      <p:pic>
        <p:nvPicPr>
          <p:cNvPr id="8" name="Picture 7">
            <a:extLst>
              <a:ext uri="{FF2B5EF4-FFF2-40B4-BE49-F238E27FC236}">
                <a16:creationId xmlns:a16="http://schemas.microsoft.com/office/drawing/2014/main" id="{E6518CED-F57B-46D5-9E5C-12F536F5989A}"/>
              </a:ext>
            </a:extLst>
          </p:cNvPr>
          <p:cNvPicPr>
            <a:picLocks noChangeAspect="1"/>
          </p:cNvPicPr>
          <p:nvPr/>
        </p:nvPicPr>
        <p:blipFill>
          <a:blip r:embed="rId5"/>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23438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BD3532D2-785E-4687-95E2-66162C7BA067}"/>
              </a:ext>
            </a:extLst>
          </p:cNvPr>
          <p:cNvPicPr>
            <a:picLocks noChangeAspect="1"/>
          </p:cNvPicPr>
          <p:nvPr/>
        </p:nvPicPr>
        <p:blipFill>
          <a:blip r:embed="rId3"/>
          <a:stretch>
            <a:fillRect/>
          </a:stretch>
        </p:blipFill>
        <p:spPr>
          <a:xfrm>
            <a:off x="835375" y="5588001"/>
            <a:ext cx="6086124" cy="3949700"/>
          </a:xfrm>
          <a:prstGeom prst="rect">
            <a:avLst/>
          </a:prstGeom>
        </p:spPr>
      </p:pic>
      <p:pic>
        <p:nvPicPr>
          <p:cNvPr id="8" name="Picture 7">
            <a:extLst>
              <a:ext uri="{FF2B5EF4-FFF2-40B4-BE49-F238E27FC236}">
                <a16:creationId xmlns:a16="http://schemas.microsoft.com/office/drawing/2014/main" id="{698E52FE-B9DA-4C37-89AB-A4FF2B448AFA}"/>
              </a:ext>
            </a:extLst>
          </p:cNvPr>
          <p:cNvPicPr>
            <a:picLocks noChangeAspect="1"/>
          </p:cNvPicPr>
          <p:nvPr/>
        </p:nvPicPr>
        <p:blipFill>
          <a:blip r:embed="rId4"/>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842733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2CB3F84F-7E19-4BEF-94DC-E3A50CEC68CB}"/>
              </a:ext>
            </a:extLst>
          </p:cNvPr>
          <p:cNvPicPr>
            <a:picLocks noChangeAspect="1"/>
          </p:cNvPicPr>
          <p:nvPr/>
        </p:nvPicPr>
        <p:blipFill>
          <a:blip r:embed="rId3"/>
          <a:stretch>
            <a:fillRect/>
          </a:stretch>
        </p:blipFill>
        <p:spPr>
          <a:xfrm>
            <a:off x="825500" y="5588001"/>
            <a:ext cx="6095999" cy="3911598"/>
          </a:xfrm>
          <a:prstGeom prst="rect">
            <a:avLst/>
          </a:prstGeom>
        </p:spPr>
      </p:pic>
      <p:pic>
        <p:nvPicPr>
          <p:cNvPr id="8" name="Picture 7">
            <a:extLst>
              <a:ext uri="{FF2B5EF4-FFF2-40B4-BE49-F238E27FC236}">
                <a16:creationId xmlns:a16="http://schemas.microsoft.com/office/drawing/2014/main" id="{C7B5F364-5D19-41FD-8E53-8AC4EEB59E1F}"/>
              </a:ext>
            </a:extLst>
          </p:cNvPr>
          <p:cNvPicPr>
            <a:picLocks noChangeAspect="1"/>
          </p:cNvPicPr>
          <p:nvPr/>
        </p:nvPicPr>
        <p:blipFill>
          <a:blip r:embed="rId4"/>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3224842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7D35F2E9-EDDF-46BB-890C-7B5BC338BB58}"/>
              </a:ext>
            </a:extLst>
          </p:cNvPr>
          <p:cNvPicPr>
            <a:picLocks noChangeAspect="1"/>
          </p:cNvPicPr>
          <p:nvPr/>
        </p:nvPicPr>
        <p:blipFill>
          <a:blip r:embed="rId3"/>
          <a:stretch>
            <a:fillRect/>
          </a:stretch>
        </p:blipFill>
        <p:spPr>
          <a:xfrm>
            <a:off x="825500" y="5549899"/>
            <a:ext cx="6095999" cy="3949699"/>
          </a:xfrm>
          <a:prstGeom prst="rect">
            <a:avLst/>
          </a:prstGeom>
        </p:spPr>
      </p:pic>
      <p:pic>
        <p:nvPicPr>
          <p:cNvPr id="8" name="Picture 7">
            <a:extLst>
              <a:ext uri="{FF2B5EF4-FFF2-40B4-BE49-F238E27FC236}">
                <a16:creationId xmlns:a16="http://schemas.microsoft.com/office/drawing/2014/main" id="{0B4565D5-6A6F-4F31-9F55-6D221ABCDC88}"/>
              </a:ext>
            </a:extLst>
          </p:cNvPr>
          <p:cNvPicPr>
            <a:picLocks noChangeAspect="1"/>
          </p:cNvPicPr>
          <p:nvPr/>
        </p:nvPicPr>
        <p:blipFill>
          <a:blip r:embed="rId4"/>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382813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1D80AEA4-F607-420D-9A87-E55E3DC6712C}"/>
              </a:ext>
            </a:extLst>
          </p:cNvPr>
          <p:cNvPicPr>
            <a:picLocks noChangeAspect="1"/>
          </p:cNvPicPr>
          <p:nvPr/>
        </p:nvPicPr>
        <p:blipFill>
          <a:blip r:embed="rId3"/>
          <a:stretch>
            <a:fillRect/>
          </a:stretch>
        </p:blipFill>
        <p:spPr>
          <a:xfrm>
            <a:off x="847301" y="5588001"/>
            <a:ext cx="6072516" cy="3911598"/>
          </a:xfrm>
          <a:prstGeom prst="rect">
            <a:avLst/>
          </a:prstGeom>
        </p:spPr>
      </p:pic>
      <p:pic>
        <p:nvPicPr>
          <p:cNvPr id="8" name="Picture 7">
            <a:extLst>
              <a:ext uri="{FF2B5EF4-FFF2-40B4-BE49-F238E27FC236}">
                <a16:creationId xmlns:a16="http://schemas.microsoft.com/office/drawing/2014/main" id="{430A955F-FFC6-4163-9F17-2A81146797A3}"/>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71573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29C77FC6-E219-4EAA-B117-01B017320D94}"/>
              </a:ext>
            </a:extLst>
          </p:cNvPr>
          <p:cNvPicPr>
            <a:picLocks noChangeAspect="1"/>
          </p:cNvPicPr>
          <p:nvPr/>
        </p:nvPicPr>
        <p:blipFill>
          <a:blip r:embed="rId3"/>
          <a:stretch>
            <a:fillRect/>
          </a:stretch>
        </p:blipFill>
        <p:spPr>
          <a:xfrm>
            <a:off x="825501" y="5588001"/>
            <a:ext cx="6095998" cy="3911598"/>
          </a:xfrm>
          <a:prstGeom prst="rect">
            <a:avLst/>
          </a:prstGeom>
        </p:spPr>
      </p:pic>
      <p:pic>
        <p:nvPicPr>
          <p:cNvPr id="8" name="Picture 7">
            <a:extLst>
              <a:ext uri="{FF2B5EF4-FFF2-40B4-BE49-F238E27FC236}">
                <a16:creationId xmlns:a16="http://schemas.microsoft.com/office/drawing/2014/main" id="{E5567CB8-E7DB-4712-8AE1-45B9E13F6156}"/>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598607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DF526-318F-43A8-B484-24D21835D73B}"/>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2F925E4E-FFC5-49C4-9A39-B1CFD5FE553C}"/>
              </a:ext>
            </a:extLst>
          </p:cNvPr>
          <p:cNvPicPr>
            <a:picLocks noChangeAspect="1"/>
          </p:cNvPicPr>
          <p:nvPr/>
        </p:nvPicPr>
        <p:blipFill rotWithShape="1">
          <a:blip r:embed="rId3"/>
          <a:srcRect b="2922"/>
          <a:stretch/>
        </p:blipFill>
        <p:spPr>
          <a:xfrm>
            <a:off x="825499" y="5588001"/>
            <a:ext cx="6095999" cy="3949700"/>
          </a:xfrm>
          <a:prstGeom prst="rect">
            <a:avLst/>
          </a:prstGeom>
        </p:spPr>
      </p:pic>
      <p:pic>
        <p:nvPicPr>
          <p:cNvPr id="9" name="Picture 8">
            <a:extLst>
              <a:ext uri="{FF2B5EF4-FFF2-40B4-BE49-F238E27FC236}">
                <a16:creationId xmlns:a16="http://schemas.microsoft.com/office/drawing/2014/main" id="{4CA90C2A-3AE7-4697-9CA2-CB0EE4D7F074}"/>
              </a:ext>
            </a:extLst>
          </p:cNvPr>
          <p:cNvPicPr>
            <a:picLocks noChangeAspect="1"/>
          </p:cNvPicPr>
          <p:nvPr/>
        </p:nvPicPr>
        <p:blipFill>
          <a:blip r:embed="rId4"/>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1080852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0F0AE23-64CC-4530-AEE6-11A5080C9CA6}"/>
              </a:ext>
            </a:extLst>
          </p:cNvPr>
          <p:cNvPicPr>
            <a:picLocks noChangeAspect="1"/>
          </p:cNvPicPr>
          <p:nvPr/>
        </p:nvPicPr>
        <p:blipFill>
          <a:blip r:embed="rId3"/>
          <a:stretch>
            <a:fillRect/>
          </a:stretch>
        </p:blipFill>
        <p:spPr>
          <a:xfrm>
            <a:off x="835375" y="5588001"/>
            <a:ext cx="6086124" cy="3949700"/>
          </a:xfrm>
          <a:prstGeom prst="rect">
            <a:avLst/>
          </a:prstGeom>
        </p:spPr>
      </p:pic>
      <p:pic>
        <p:nvPicPr>
          <p:cNvPr id="9" name="Picture 8">
            <a:extLst>
              <a:ext uri="{FF2B5EF4-FFF2-40B4-BE49-F238E27FC236}">
                <a16:creationId xmlns:a16="http://schemas.microsoft.com/office/drawing/2014/main" id="{028C39FB-56D4-4218-965F-187DCE26519E}"/>
              </a:ext>
            </a:extLst>
          </p:cNvPr>
          <p:cNvPicPr>
            <a:picLocks noChangeAspect="1"/>
          </p:cNvPicPr>
          <p:nvPr/>
        </p:nvPicPr>
        <p:blipFill>
          <a:blip r:embed="rId4"/>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2783785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D3B264DB-7277-49C3-BF45-725AE694AE9B}"/>
              </a:ext>
            </a:extLst>
          </p:cNvPr>
          <p:cNvPicPr>
            <a:picLocks noChangeAspect="1"/>
          </p:cNvPicPr>
          <p:nvPr/>
        </p:nvPicPr>
        <p:blipFill>
          <a:blip r:embed="rId3"/>
          <a:stretch>
            <a:fillRect/>
          </a:stretch>
        </p:blipFill>
        <p:spPr>
          <a:xfrm>
            <a:off x="825500" y="5588001"/>
            <a:ext cx="6095999" cy="3911598"/>
          </a:xfrm>
          <a:prstGeom prst="rect">
            <a:avLst/>
          </a:prstGeom>
        </p:spPr>
      </p:pic>
      <p:pic>
        <p:nvPicPr>
          <p:cNvPr id="9" name="Picture 8">
            <a:extLst>
              <a:ext uri="{FF2B5EF4-FFF2-40B4-BE49-F238E27FC236}">
                <a16:creationId xmlns:a16="http://schemas.microsoft.com/office/drawing/2014/main" id="{3711C4A0-AE97-4B08-B010-3847A9CBC636}"/>
              </a:ext>
            </a:extLst>
          </p:cNvPr>
          <p:cNvPicPr>
            <a:picLocks noChangeAspect="1"/>
          </p:cNvPicPr>
          <p:nvPr/>
        </p:nvPicPr>
        <p:blipFill>
          <a:blip r:embed="rId4"/>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3497891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C28AED8-A848-4139-B4D0-296CE3634798}"/>
              </a:ext>
            </a:extLst>
          </p:cNvPr>
          <p:cNvPicPr>
            <a:picLocks noChangeAspect="1"/>
          </p:cNvPicPr>
          <p:nvPr/>
        </p:nvPicPr>
        <p:blipFill>
          <a:blip r:embed="rId3"/>
          <a:stretch>
            <a:fillRect/>
          </a:stretch>
        </p:blipFill>
        <p:spPr>
          <a:xfrm>
            <a:off x="825500" y="5549899"/>
            <a:ext cx="6095999" cy="3949699"/>
          </a:xfrm>
          <a:prstGeom prst="rect">
            <a:avLst/>
          </a:prstGeom>
        </p:spPr>
      </p:pic>
      <p:pic>
        <p:nvPicPr>
          <p:cNvPr id="9" name="Picture 8">
            <a:extLst>
              <a:ext uri="{FF2B5EF4-FFF2-40B4-BE49-F238E27FC236}">
                <a16:creationId xmlns:a16="http://schemas.microsoft.com/office/drawing/2014/main" id="{DD83037A-9EA3-469E-88D0-166FBC0D6029}"/>
              </a:ext>
            </a:extLst>
          </p:cNvPr>
          <p:cNvPicPr>
            <a:picLocks noChangeAspect="1"/>
          </p:cNvPicPr>
          <p:nvPr/>
        </p:nvPicPr>
        <p:blipFill>
          <a:blip r:embed="rId4"/>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812508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29F28250-DF7C-4CBA-A2C8-3D6CEAE5F6A4}"/>
              </a:ext>
            </a:extLst>
          </p:cNvPr>
          <p:cNvPicPr>
            <a:picLocks noChangeAspect="1"/>
          </p:cNvPicPr>
          <p:nvPr/>
        </p:nvPicPr>
        <p:blipFill>
          <a:blip r:embed="rId3"/>
          <a:stretch>
            <a:fillRect/>
          </a:stretch>
        </p:blipFill>
        <p:spPr>
          <a:xfrm>
            <a:off x="847301" y="5588001"/>
            <a:ext cx="6072516" cy="3911598"/>
          </a:xfrm>
          <a:prstGeom prst="rect">
            <a:avLst/>
          </a:prstGeom>
        </p:spPr>
      </p:pic>
      <p:pic>
        <p:nvPicPr>
          <p:cNvPr id="9" name="Picture 8">
            <a:extLst>
              <a:ext uri="{FF2B5EF4-FFF2-40B4-BE49-F238E27FC236}">
                <a16:creationId xmlns:a16="http://schemas.microsoft.com/office/drawing/2014/main" id="{6885DEEE-EC4C-4FF1-A732-A820F0862EBA}"/>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1429744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668248E-C318-49F0-A678-442512BCF737}"/>
              </a:ext>
            </a:extLst>
          </p:cNvPr>
          <p:cNvPicPr>
            <a:picLocks noChangeAspect="1"/>
          </p:cNvPicPr>
          <p:nvPr/>
        </p:nvPicPr>
        <p:blipFill>
          <a:blip r:embed="rId3"/>
          <a:stretch>
            <a:fillRect/>
          </a:stretch>
        </p:blipFill>
        <p:spPr>
          <a:xfrm>
            <a:off x="825501" y="5588001"/>
            <a:ext cx="6095998" cy="3911598"/>
          </a:xfrm>
          <a:prstGeom prst="rect">
            <a:avLst/>
          </a:prstGeom>
        </p:spPr>
      </p:pic>
      <p:pic>
        <p:nvPicPr>
          <p:cNvPr id="9" name="Picture 8">
            <a:extLst>
              <a:ext uri="{FF2B5EF4-FFF2-40B4-BE49-F238E27FC236}">
                <a16:creationId xmlns:a16="http://schemas.microsoft.com/office/drawing/2014/main" id="{A1F7762A-89B3-44E5-B0A3-10746974CDF2}"/>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555922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33F2F01-A576-4D40-8C82-58AC7663AD45}"/>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97DBBC55-2CE5-4BE4-9F27-DF516EDD73DD}"/>
              </a:ext>
            </a:extLst>
          </p:cNvPr>
          <p:cNvPicPr>
            <a:picLocks noChangeAspect="1"/>
          </p:cNvPicPr>
          <p:nvPr/>
        </p:nvPicPr>
        <p:blipFill rotWithShape="1">
          <a:blip r:embed="rId3"/>
          <a:srcRect b="2922"/>
          <a:stretch/>
        </p:blipFill>
        <p:spPr>
          <a:xfrm>
            <a:off x="825499" y="5588001"/>
            <a:ext cx="6095999" cy="3949700"/>
          </a:xfrm>
          <a:prstGeom prst="rect">
            <a:avLst/>
          </a:prstGeom>
        </p:spPr>
      </p:pic>
      <p:pic>
        <p:nvPicPr>
          <p:cNvPr id="10" name="Picture 9">
            <a:extLst>
              <a:ext uri="{FF2B5EF4-FFF2-40B4-BE49-F238E27FC236}">
                <a16:creationId xmlns:a16="http://schemas.microsoft.com/office/drawing/2014/main" id="{91E8667F-7F00-488F-A104-7835CE051F3C}"/>
              </a:ext>
            </a:extLst>
          </p:cNvPr>
          <p:cNvPicPr>
            <a:picLocks noChangeAspect="1"/>
          </p:cNvPicPr>
          <p:nvPr/>
        </p:nvPicPr>
        <p:blipFill>
          <a:blip r:embed="rId4"/>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3212778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FAD6C6FC-F0FE-4B60-BC5A-A720F3C0DA73}"/>
              </a:ext>
            </a:extLst>
          </p:cNvPr>
          <p:cNvPicPr>
            <a:picLocks noChangeAspect="1"/>
          </p:cNvPicPr>
          <p:nvPr/>
        </p:nvPicPr>
        <p:blipFill>
          <a:blip r:embed="rId3"/>
          <a:stretch>
            <a:fillRect/>
          </a:stretch>
        </p:blipFill>
        <p:spPr>
          <a:xfrm>
            <a:off x="835375" y="5588001"/>
            <a:ext cx="6086124" cy="3949700"/>
          </a:xfrm>
          <a:prstGeom prst="rect">
            <a:avLst/>
          </a:prstGeom>
        </p:spPr>
      </p:pic>
      <p:pic>
        <p:nvPicPr>
          <p:cNvPr id="9" name="Picture 8">
            <a:extLst>
              <a:ext uri="{FF2B5EF4-FFF2-40B4-BE49-F238E27FC236}">
                <a16:creationId xmlns:a16="http://schemas.microsoft.com/office/drawing/2014/main" id="{D27F4C17-11AE-494B-995D-04A530708679}"/>
              </a:ext>
            </a:extLst>
          </p:cNvPr>
          <p:cNvPicPr>
            <a:picLocks noChangeAspect="1"/>
          </p:cNvPicPr>
          <p:nvPr/>
        </p:nvPicPr>
        <p:blipFill>
          <a:blip r:embed="rId4"/>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636476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8398C972-D236-4AC8-A654-FA610FCB1C3B}"/>
              </a:ext>
            </a:extLst>
          </p:cNvPr>
          <p:cNvPicPr>
            <a:picLocks noChangeAspect="1"/>
          </p:cNvPicPr>
          <p:nvPr/>
        </p:nvPicPr>
        <p:blipFill>
          <a:blip r:embed="rId3"/>
          <a:stretch>
            <a:fillRect/>
          </a:stretch>
        </p:blipFill>
        <p:spPr>
          <a:xfrm>
            <a:off x="825500" y="5588001"/>
            <a:ext cx="6095999" cy="3911598"/>
          </a:xfrm>
          <a:prstGeom prst="rect">
            <a:avLst/>
          </a:prstGeom>
        </p:spPr>
      </p:pic>
      <p:pic>
        <p:nvPicPr>
          <p:cNvPr id="9" name="Picture 8">
            <a:extLst>
              <a:ext uri="{FF2B5EF4-FFF2-40B4-BE49-F238E27FC236}">
                <a16:creationId xmlns:a16="http://schemas.microsoft.com/office/drawing/2014/main" id="{D0A756B6-EBB3-4EA0-981F-51135021B08E}"/>
              </a:ext>
            </a:extLst>
          </p:cNvPr>
          <p:cNvPicPr>
            <a:picLocks noChangeAspect="1"/>
          </p:cNvPicPr>
          <p:nvPr/>
        </p:nvPicPr>
        <p:blipFill>
          <a:blip r:embed="rId4"/>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393371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39CF9F9D-6888-4EF9-8C84-0B2C3E8E5D5E}"/>
              </a:ext>
            </a:extLst>
          </p:cNvPr>
          <p:cNvPicPr>
            <a:picLocks noChangeAspect="1"/>
          </p:cNvPicPr>
          <p:nvPr/>
        </p:nvPicPr>
        <p:blipFill>
          <a:blip r:embed="rId3"/>
          <a:stretch>
            <a:fillRect/>
          </a:stretch>
        </p:blipFill>
        <p:spPr>
          <a:xfrm>
            <a:off x="825500" y="5549899"/>
            <a:ext cx="6095999" cy="3949699"/>
          </a:xfrm>
          <a:prstGeom prst="rect">
            <a:avLst/>
          </a:prstGeom>
        </p:spPr>
      </p:pic>
      <p:pic>
        <p:nvPicPr>
          <p:cNvPr id="9" name="Picture 8">
            <a:extLst>
              <a:ext uri="{FF2B5EF4-FFF2-40B4-BE49-F238E27FC236}">
                <a16:creationId xmlns:a16="http://schemas.microsoft.com/office/drawing/2014/main" id="{1941EA2A-B5F8-43B2-B1AD-A5B922393563}"/>
              </a:ext>
            </a:extLst>
          </p:cNvPr>
          <p:cNvPicPr>
            <a:picLocks noChangeAspect="1"/>
          </p:cNvPicPr>
          <p:nvPr/>
        </p:nvPicPr>
        <p:blipFill>
          <a:blip r:embed="rId4"/>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3736211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F7BA135D-775F-4108-9942-CADB510A8D3B}"/>
              </a:ext>
            </a:extLst>
          </p:cNvPr>
          <p:cNvPicPr>
            <a:picLocks noChangeAspect="1"/>
          </p:cNvPicPr>
          <p:nvPr/>
        </p:nvPicPr>
        <p:blipFill>
          <a:blip r:embed="rId3"/>
          <a:stretch>
            <a:fillRect/>
          </a:stretch>
        </p:blipFill>
        <p:spPr>
          <a:xfrm>
            <a:off x="847301" y="5588001"/>
            <a:ext cx="6072516" cy="3911598"/>
          </a:xfrm>
          <a:prstGeom prst="rect">
            <a:avLst/>
          </a:prstGeom>
        </p:spPr>
      </p:pic>
      <p:pic>
        <p:nvPicPr>
          <p:cNvPr id="9" name="Picture 8">
            <a:extLst>
              <a:ext uri="{FF2B5EF4-FFF2-40B4-BE49-F238E27FC236}">
                <a16:creationId xmlns:a16="http://schemas.microsoft.com/office/drawing/2014/main" id="{097A5E5B-A1FB-4EAE-9059-9F319A3BD968}"/>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384109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8A4D4517-5100-4679-A86A-DAF786D7B481}"/>
              </a:ext>
            </a:extLst>
          </p:cNvPr>
          <p:cNvPicPr>
            <a:picLocks noChangeAspect="1"/>
          </p:cNvPicPr>
          <p:nvPr/>
        </p:nvPicPr>
        <p:blipFill>
          <a:blip r:embed="rId3"/>
          <a:stretch>
            <a:fillRect/>
          </a:stretch>
        </p:blipFill>
        <p:spPr>
          <a:xfrm>
            <a:off x="825501" y="5588001"/>
            <a:ext cx="6095998" cy="3911598"/>
          </a:xfrm>
          <a:prstGeom prst="rect">
            <a:avLst/>
          </a:prstGeom>
        </p:spPr>
      </p:pic>
      <p:pic>
        <p:nvPicPr>
          <p:cNvPr id="9" name="Picture 8">
            <a:extLst>
              <a:ext uri="{FF2B5EF4-FFF2-40B4-BE49-F238E27FC236}">
                <a16:creationId xmlns:a16="http://schemas.microsoft.com/office/drawing/2014/main" id="{3B1D08FE-EF18-46A5-A8DF-2DF259677A3B}"/>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2113061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D394F36-ED88-484E-8406-A3A2F6E146B4}"/>
              </a:ext>
            </a:extLst>
          </p:cNvPr>
          <p:cNvSpPr/>
          <p:nvPr/>
        </p:nvSpPr>
        <p:spPr>
          <a:xfrm>
            <a:off x="0" y="5020295"/>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12C4F8FF-EE38-4013-82E8-BA3F322AFD97}"/>
              </a:ext>
            </a:extLst>
          </p:cNvPr>
          <p:cNvPicPr>
            <a:picLocks noChangeAspect="1"/>
          </p:cNvPicPr>
          <p:nvPr/>
        </p:nvPicPr>
        <p:blipFill rotWithShape="1">
          <a:blip r:embed="rId3"/>
          <a:srcRect b="2922"/>
          <a:stretch/>
        </p:blipFill>
        <p:spPr>
          <a:xfrm>
            <a:off x="838200" y="5540994"/>
            <a:ext cx="6095999" cy="3949700"/>
          </a:xfrm>
          <a:prstGeom prst="rect">
            <a:avLst/>
          </a:prstGeom>
        </p:spPr>
      </p:pic>
      <p:pic>
        <p:nvPicPr>
          <p:cNvPr id="10" name="Picture 9">
            <a:extLst>
              <a:ext uri="{FF2B5EF4-FFF2-40B4-BE49-F238E27FC236}">
                <a16:creationId xmlns:a16="http://schemas.microsoft.com/office/drawing/2014/main" id="{7637D828-565C-4C1C-965F-19A693E97E59}"/>
              </a:ext>
            </a:extLst>
          </p:cNvPr>
          <p:cNvPicPr>
            <a:picLocks noChangeAspect="1"/>
          </p:cNvPicPr>
          <p:nvPr/>
        </p:nvPicPr>
        <p:blipFill>
          <a:blip r:embed="rId4"/>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2808124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ED733EEA-C386-40CA-8D9A-AA66F1838C1B}"/>
              </a:ext>
            </a:extLst>
          </p:cNvPr>
          <p:cNvPicPr>
            <a:picLocks noChangeAspect="1"/>
          </p:cNvPicPr>
          <p:nvPr/>
        </p:nvPicPr>
        <p:blipFill>
          <a:blip r:embed="rId3"/>
          <a:stretch>
            <a:fillRect/>
          </a:stretch>
        </p:blipFill>
        <p:spPr>
          <a:xfrm>
            <a:off x="835375" y="5588001"/>
            <a:ext cx="6086124" cy="3949700"/>
          </a:xfrm>
          <a:prstGeom prst="rect">
            <a:avLst/>
          </a:prstGeom>
        </p:spPr>
      </p:pic>
      <p:pic>
        <p:nvPicPr>
          <p:cNvPr id="9" name="Picture 8">
            <a:extLst>
              <a:ext uri="{FF2B5EF4-FFF2-40B4-BE49-F238E27FC236}">
                <a16:creationId xmlns:a16="http://schemas.microsoft.com/office/drawing/2014/main" id="{D3DC396D-92B9-4737-ADFF-B2543E707305}"/>
              </a:ext>
            </a:extLst>
          </p:cNvPr>
          <p:cNvPicPr>
            <a:picLocks noChangeAspect="1"/>
          </p:cNvPicPr>
          <p:nvPr/>
        </p:nvPicPr>
        <p:blipFill>
          <a:blip r:embed="rId4"/>
          <a:stretch>
            <a:fillRect/>
          </a:stretch>
        </p:blipFill>
        <p:spPr>
          <a:xfrm>
            <a:off x="807236" y="520699"/>
            <a:ext cx="6199206" cy="3987802"/>
          </a:xfrm>
          <a:prstGeom prst="rect">
            <a:avLst/>
          </a:prstGeom>
        </p:spPr>
      </p:pic>
    </p:spTree>
    <p:extLst>
      <p:ext uri="{BB962C8B-B14F-4D97-AF65-F5344CB8AC3E}">
        <p14:creationId xmlns:p14="http://schemas.microsoft.com/office/powerpoint/2010/main" val="3978434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B91D0D94-6945-4402-A5E5-8A514056AE8C}"/>
              </a:ext>
            </a:extLst>
          </p:cNvPr>
          <p:cNvPicPr>
            <a:picLocks noChangeAspect="1"/>
          </p:cNvPicPr>
          <p:nvPr/>
        </p:nvPicPr>
        <p:blipFill>
          <a:blip r:embed="rId3"/>
          <a:stretch>
            <a:fillRect/>
          </a:stretch>
        </p:blipFill>
        <p:spPr>
          <a:xfrm>
            <a:off x="825500" y="5588001"/>
            <a:ext cx="6095999" cy="3911598"/>
          </a:xfrm>
          <a:prstGeom prst="rect">
            <a:avLst/>
          </a:prstGeom>
        </p:spPr>
      </p:pic>
      <p:pic>
        <p:nvPicPr>
          <p:cNvPr id="2" name="Picture 1">
            <a:extLst>
              <a:ext uri="{FF2B5EF4-FFF2-40B4-BE49-F238E27FC236}">
                <a16:creationId xmlns:a16="http://schemas.microsoft.com/office/drawing/2014/main" id="{8E08FE06-69CD-4AAB-A81E-861C72178E13}"/>
              </a:ext>
            </a:extLst>
          </p:cNvPr>
          <p:cNvPicPr>
            <a:picLocks noChangeAspect="1"/>
          </p:cNvPicPr>
          <p:nvPr/>
        </p:nvPicPr>
        <p:blipFill>
          <a:blip r:embed="rId4"/>
          <a:stretch>
            <a:fillRect/>
          </a:stretch>
        </p:blipFill>
        <p:spPr>
          <a:xfrm>
            <a:off x="825500" y="558801"/>
            <a:ext cx="6095999" cy="3911598"/>
          </a:xfrm>
          <a:prstGeom prst="rect">
            <a:avLst/>
          </a:prstGeom>
        </p:spPr>
      </p:pic>
    </p:spTree>
    <p:extLst>
      <p:ext uri="{BB962C8B-B14F-4D97-AF65-F5344CB8AC3E}">
        <p14:creationId xmlns:p14="http://schemas.microsoft.com/office/powerpoint/2010/main" val="2646730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B5DBB82E-B42F-41CE-97F2-B0EDA68EB070}"/>
              </a:ext>
            </a:extLst>
          </p:cNvPr>
          <p:cNvPicPr>
            <a:picLocks noChangeAspect="1"/>
          </p:cNvPicPr>
          <p:nvPr/>
        </p:nvPicPr>
        <p:blipFill>
          <a:blip r:embed="rId3"/>
          <a:stretch>
            <a:fillRect/>
          </a:stretch>
        </p:blipFill>
        <p:spPr>
          <a:xfrm>
            <a:off x="825500" y="5549899"/>
            <a:ext cx="6095999" cy="3949699"/>
          </a:xfrm>
          <a:prstGeom prst="rect">
            <a:avLst/>
          </a:prstGeom>
        </p:spPr>
      </p:pic>
      <p:pic>
        <p:nvPicPr>
          <p:cNvPr id="2" name="Picture 1">
            <a:extLst>
              <a:ext uri="{FF2B5EF4-FFF2-40B4-BE49-F238E27FC236}">
                <a16:creationId xmlns:a16="http://schemas.microsoft.com/office/drawing/2014/main" id="{862E1D1B-D0ED-4D2C-8630-7113F0782A58}"/>
              </a:ext>
            </a:extLst>
          </p:cNvPr>
          <p:cNvPicPr>
            <a:picLocks noChangeAspect="1"/>
          </p:cNvPicPr>
          <p:nvPr/>
        </p:nvPicPr>
        <p:blipFill>
          <a:blip r:embed="rId4"/>
          <a:stretch>
            <a:fillRect/>
          </a:stretch>
        </p:blipFill>
        <p:spPr>
          <a:xfrm>
            <a:off x="825500" y="558802"/>
            <a:ext cx="6096000" cy="3911595"/>
          </a:xfrm>
          <a:prstGeom prst="rect">
            <a:avLst/>
          </a:prstGeom>
        </p:spPr>
      </p:pic>
    </p:spTree>
    <p:extLst>
      <p:ext uri="{BB962C8B-B14F-4D97-AF65-F5344CB8AC3E}">
        <p14:creationId xmlns:p14="http://schemas.microsoft.com/office/powerpoint/2010/main" val="1823646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C3E395A2-6550-4349-8B38-868CF55B7A4C}"/>
              </a:ext>
            </a:extLst>
          </p:cNvPr>
          <p:cNvPicPr>
            <a:picLocks noChangeAspect="1"/>
          </p:cNvPicPr>
          <p:nvPr/>
        </p:nvPicPr>
        <p:blipFill>
          <a:blip r:embed="rId3"/>
          <a:stretch>
            <a:fillRect/>
          </a:stretch>
        </p:blipFill>
        <p:spPr>
          <a:xfrm>
            <a:off x="847301" y="5588001"/>
            <a:ext cx="6072516" cy="3911598"/>
          </a:xfrm>
          <a:prstGeom prst="rect">
            <a:avLst/>
          </a:prstGeom>
        </p:spPr>
      </p:pic>
      <p:pic>
        <p:nvPicPr>
          <p:cNvPr id="9" name="Picture 8">
            <a:extLst>
              <a:ext uri="{FF2B5EF4-FFF2-40B4-BE49-F238E27FC236}">
                <a16:creationId xmlns:a16="http://schemas.microsoft.com/office/drawing/2014/main" id="{17E4DCAD-087E-4EB5-89EC-A75379868F58}"/>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17330226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1DF085EF-5D83-4C75-A74C-BC3DEBE23C93}"/>
              </a:ext>
            </a:extLst>
          </p:cNvPr>
          <p:cNvPicPr>
            <a:picLocks noChangeAspect="1"/>
          </p:cNvPicPr>
          <p:nvPr/>
        </p:nvPicPr>
        <p:blipFill>
          <a:blip r:embed="rId3"/>
          <a:stretch>
            <a:fillRect/>
          </a:stretch>
        </p:blipFill>
        <p:spPr>
          <a:xfrm>
            <a:off x="825501" y="5588001"/>
            <a:ext cx="6095998" cy="3911598"/>
          </a:xfrm>
          <a:prstGeom prst="rect">
            <a:avLst/>
          </a:prstGeom>
        </p:spPr>
      </p:pic>
      <p:pic>
        <p:nvPicPr>
          <p:cNvPr id="9" name="Picture 8">
            <a:extLst>
              <a:ext uri="{FF2B5EF4-FFF2-40B4-BE49-F238E27FC236}">
                <a16:creationId xmlns:a16="http://schemas.microsoft.com/office/drawing/2014/main" id="{7881C4E4-F60B-42F6-B076-EA64B5E914CF}"/>
              </a:ext>
            </a:extLst>
          </p:cNvPr>
          <p:cNvPicPr>
            <a:picLocks noChangeAspect="1"/>
          </p:cNvPicPr>
          <p:nvPr/>
        </p:nvPicPr>
        <p:blipFill>
          <a:blip r:embed="rId4"/>
          <a:stretch>
            <a:fillRect/>
          </a:stretch>
        </p:blipFill>
        <p:spPr>
          <a:xfrm>
            <a:off x="847301" y="558801"/>
            <a:ext cx="6077798" cy="3911598"/>
          </a:xfrm>
          <a:prstGeom prst="rect">
            <a:avLst/>
          </a:prstGeom>
        </p:spPr>
      </p:pic>
    </p:spTree>
    <p:extLst>
      <p:ext uri="{BB962C8B-B14F-4D97-AF65-F5344CB8AC3E}">
        <p14:creationId xmlns:p14="http://schemas.microsoft.com/office/powerpoint/2010/main" val="3866375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9551E-F875-42EC-BA98-2D35C9112D92}"/>
              </a:ext>
            </a:extLst>
          </p:cNvPr>
          <p:cNvSpPr/>
          <p:nvPr/>
        </p:nvSpPr>
        <p:spPr>
          <a:xfrm>
            <a:off x="0" y="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1D20FF-FDAA-42D8-BDFD-7CD4809F40CB}"/>
              </a:ext>
            </a:extLst>
          </p:cNvPr>
          <p:cNvSpPr/>
          <p:nvPr/>
        </p:nvSpPr>
        <p:spPr>
          <a:xfrm>
            <a:off x="0" y="5029200"/>
            <a:ext cx="7772400" cy="50292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27F1B00E-53AB-4C7B-AB05-A8F6379AB4AF}"/>
              </a:ext>
            </a:extLst>
          </p:cNvPr>
          <p:cNvPicPr>
            <a:picLocks noChangeAspect="1"/>
          </p:cNvPicPr>
          <p:nvPr/>
        </p:nvPicPr>
        <p:blipFill rotWithShape="1">
          <a:blip r:embed="rId3"/>
          <a:srcRect t="2589"/>
          <a:stretch/>
        </p:blipFill>
        <p:spPr>
          <a:xfrm>
            <a:off x="825500" y="5588001"/>
            <a:ext cx="6095999" cy="3940795"/>
          </a:xfrm>
          <a:prstGeom prst="rect">
            <a:avLst/>
          </a:prstGeom>
        </p:spPr>
      </p:pic>
      <p:pic>
        <p:nvPicPr>
          <p:cNvPr id="8" name="Picture 7">
            <a:extLst>
              <a:ext uri="{FF2B5EF4-FFF2-40B4-BE49-F238E27FC236}">
                <a16:creationId xmlns:a16="http://schemas.microsoft.com/office/drawing/2014/main" id="{10D5FCA1-DB9A-4D80-BBA0-C65B68A1C583}"/>
              </a:ext>
            </a:extLst>
          </p:cNvPr>
          <p:cNvPicPr>
            <a:picLocks noChangeAspect="1"/>
          </p:cNvPicPr>
          <p:nvPr/>
        </p:nvPicPr>
        <p:blipFill rotWithShape="1">
          <a:blip r:embed="rId4"/>
          <a:srcRect b="2922"/>
          <a:stretch/>
        </p:blipFill>
        <p:spPr>
          <a:xfrm>
            <a:off x="825499" y="5588001"/>
            <a:ext cx="6095999" cy="3949700"/>
          </a:xfrm>
          <a:prstGeom prst="rect">
            <a:avLst/>
          </a:prstGeom>
        </p:spPr>
      </p:pic>
      <p:pic>
        <p:nvPicPr>
          <p:cNvPr id="2" name="Picture 1">
            <a:extLst>
              <a:ext uri="{FF2B5EF4-FFF2-40B4-BE49-F238E27FC236}">
                <a16:creationId xmlns:a16="http://schemas.microsoft.com/office/drawing/2014/main" id="{FE3EA172-5790-423F-93A4-8CD820495EE8}"/>
              </a:ext>
            </a:extLst>
          </p:cNvPr>
          <p:cNvPicPr>
            <a:picLocks noChangeAspect="1"/>
          </p:cNvPicPr>
          <p:nvPr/>
        </p:nvPicPr>
        <p:blipFill>
          <a:blip r:embed="rId5"/>
          <a:stretch>
            <a:fillRect/>
          </a:stretch>
        </p:blipFill>
        <p:spPr>
          <a:xfrm>
            <a:off x="825499" y="529604"/>
            <a:ext cx="6108699" cy="3969992"/>
          </a:xfrm>
          <a:prstGeom prst="rect">
            <a:avLst/>
          </a:prstGeom>
        </p:spPr>
      </p:pic>
    </p:spTree>
    <p:extLst>
      <p:ext uri="{BB962C8B-B14F-4D97-AF65-F5344CB8AC3E}">
        <p14:creationId xmlns:p14="http://schemas.microsoft.com/office/powerpoint/2010/main" val="1193421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6000" r="-36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E41D91-0D47-4ABA-9B74-8B8D3C1DE889}"/>
              </a:ext>
            </a:extLst>
          </p:cNvPr>
          <p:cNvSpPr/>
          <p:nvPr/>
        </p:nvSpPr>
        <p:spPr>
          <a:xfrm>
            <a:off x="0" y="1"/>
            <a:ext cx="7772399" cy="3241964"/>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19944E1-0AB2-4D64-B16E-A0E0EF68535A}"/>
              </a:ext>
            </a:extLst>
          </p:cNvPr>
          <p:cNvSpPr txBox="1"/>
          <p:nvPr/>
        </p:nvSpPr>
        <p:spPr>
          <a:xfrm>
            <a:off x="1825830" y="1205484"/>
            <a:ext cx="4120738" cy="830997"/>
          </a:xfrm>
          <a:prstGeom prst="rect">
            <a:avLst/>
          </a:prstGeom>
          <a:noFill/>
        </p:spPr>
        <p:txBody>
          <a:bodyPr wrap="square" rtlCol="0">
            <a:spAutoFit/>
          </a:bodyPr>
          <a:lstStyle/>
          <a:p>
            <a:pPr algn="ctr"/>
            <a:r>
              <a:rPr lang="en-US" sz="4800" dirty="0">
                <a:latin typeface="TTGSkinnySticks" panose="02000603000000000000" pitchFamily="2" charset="0"/>
                <a:ea typeface="TTGSkinnySticks" panose="02000603000000000000" pitchFamily="2" charset="0"/>
              </a:rPr>
              <a:t>Terms of Use</a:t>
            </a:r>
          </a:p>
        </p:txBody>
      </p:sp>
      <p:sp>
        <p:nvSpPr>
          <p:cNvPr id="4" name="TextBox 3">
            <a:extLst>
              <a:ext uri="{FF2B5EF4-FFF2-40B4-BE49-F238E27FC236}">
                <a16:creationId xmlns:a16="http://schemas.microsoft.com/office/drawing/2014/main" id="{25BD1F44-224A-4DD5-8BB4-0CB19846F524}"/>
              </a:ext>
            </a:extLst>
          </p:cNvPr>
          <p:cNvSpPr txBox="1"/>
          <p:nvPr/>
        </p:nvSpPr>
        <p:spPr>
          <a:xfrm>
            <a:off x="605642" y="2897581"/>
            <a:ext cx="6982690" cy="5324535"/>
          </a:xfrm>
          <a:prstGeom prst="rect">
            <a:avLst/>
          </a:prstGeom>
          <a:noFill/>
        </p:spPr>
        <p:txBody>
          <a:bodyPr wrap="square" rtlCol="0">
            <a:spAutoFit/>
          </a:bodyPr>
          <a:lstStyle/>
          <a:p>
            <a:pPr algn="ctr"/>
            <a:r>
              <a:rPr lang="en-US" sz="2000" b="1" dirty="0">
                <a:latin typeface="TTGRiceKrispies" panose="02000603000000000000" pitchFamily="2" charset="0"/>
                <a:ea typeface="TTGRiceKrispies" panose="02000603000000000000" pitchFamily="2" charset="0"/>
              </a:rPr>
              <a:t>Welcome to Alexandria’s World. Our mission is to give kids access to the world around us. We are here to share our content with you freely. Please feel free to use in your classroom and spread the word. Please leave us a review on our site.  Visit us for more products on culture / travel at our website: </a:t>
            </a:r>
            <a:r>
              <a:rPr lang="en-US" sz="2000" b="1" dirty="0">
                <a:latin typeface="TTGRiceKrispies" panose="02000603000000000000" pitchFamily="2" charset="0"/>
                <a:ea typeface="TTGRiceKrispies" panose="02000603000000000000" pitchFamily="2" charset="0"/>
                <a:hlinkClick r:id="rId4"/>
              </a:rPr>
              <a:t>www.alexandriasworld.com</a:t>
            </a:r>
            <a:r>
              <a:rPr lang="en-US" sz="2000" b="1" dirty="0">
                <a:latin typeface="TTGRiceKrispies" panose="02000603000000000000" pitchFamily="2" charset="0"/>
                <a:ea typeface="TTGRiceKrispies" panose="02000603000000000000" pitchFamily="2" charset="0"/>
              </a:rPr>
              <a:t> </a:t>
            </a: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endParaRPr lang="en-US" sz="2000" b="1" dirty="0">
              <a:latin typeface="TTGRiceKrispies" panose="02000603000000000000" pitchFamily="2" charset="0"/>
              <a:ea typeface="TTGRiceKrispies" panose="02000603000000000000" pitchFamily="2" charset="0"/>
            </a:endParaRPr>
          </a:p>
          <a:p>
            <a:pPr algn="ctr"/>
            <a:r>
              <a:rPr lang="en-US" sz="2000" b="1" dirty="0">
                <a:latin typeface="TTGRiceKrispies" panose="02000603000000000000" pitchFamily="2" charset="0"/>
                <a:ea typeface="TTGRiceKrispies" panose="02000603000000000000" pitchFamily="2" charset="0"/>
              </a:rPr>
              <a:t>Special thanks to the following creatives that helped us create our product: </a:t>
            </a:r>
          </a:p>
        </p:txBody>
      </p:sp>
      <p:pic>
        <p:nvPicPr>
          <p:cNvPr id="10" name="Picture 9">
            <a:extLst>
              <a:ext uri="{FF2B5EF4-FFF2-40B4-BE49-F238E27FC236}">
                <a16:creationId xmlns:a16="http://schemas.microsoft.com/office/drawing/2014/main" id="{5AC164BC-F7E9-4866-801E-6243CF962B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5946" y="8372922"/>
            <a:ext cx="1276826" cy="1276826"/>
          </a:xfrm>
          <a:prstGeom prst="rect">
            <a:avLst/>
          </a:prstGeom>
        </p:spPr>
      </p:pic>
      <p:pic>
        <p:nvPicPr>
          <p:cNvPr id="1026" name="Picture 2" descr="Sra Lopez Teaches">
            <a:extLst>
              <a:ext uri="{FF2B5EF4-FFF2-40B4-BE49-F238E27FC236}">
                <a16:creationId xmlns:a16="http://schemas.microsoft.com/office/drawing/2014/main" id="{984C3E27-83DB-47E0-89E1-CC1C420988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8154" y="8415519"/>
            <a:ext cx="1191631" cy="11916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F5B3CDC-A5D3-428B-918C-643921795E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67863" y="5377687"/>
            <a:ext cx="2029124" cy="2029124"/>
          </a:xfrm>
          <a:prstGeom prst="rect">
            <a:avLst/>
          </a:prstGeom>
        </p:spPr>
      </p:pic>
      <p:pic>
        <p:nvPicPr>
          <p:cNvPr id="20" name="Picture 19">
            <a:extLst>
              <a:ext uri="{FF2B5EF4-FFF2-40B4-BE49-F238E27FC236}">
                <a16:creationId xmlns:a16="http://schemas.microsoft.com/office/drawing/2014/main" id="{E706098B-0961-4519-9644-F13515FCBB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60085" y="5377688"/>
            <a:ext cx="1823382" cy="2029124"/>
          </a:xfrm>
          <a:prstGeom prst="rect">
            <a:avLst/>
          </a:prstGeom>
        </p:spPr>
      </p:pic>
    </p:spTree>
    <p:extLst>
      <p:ext uri="{BB962C8B-B14F-4D97-AF65-F5344CB8AC3E}">
        <p14:creationId xmlns:p14="http://schemas.microsoft.com/office/powerpoint/2010/main" val="1285244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10341</TotalTime>
  <Words>186</Words>
  <Application>Microsoft Office PowerPoint</Application>
  <PresentationFormat>Custom</PresentationFormat>
  <Paragraphs>27</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TTGRiceKrispies</vt:lpstr>
      <vt:lpstr>TTGSkinnySticks</vt:lpstr>
      <vt:lpstr>TTGToasterStrudel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Marie G Martin</dc:creator>
  <cp:lastModifiedBy>Marie G Martin</cp:lastModifiedBy>
  <cp:revision>79</cp:revision>
  <dcterms:created xsi:type="dcterms:W3CDTF">2018-08-13T01:08:34Z</dcterms:created>
  <dcterms:modified xsi:type="dcterms:W3CDTF">2018-11-04T23:00:28Z</dcterms:modified>
</cp:coreProperties>
</file>